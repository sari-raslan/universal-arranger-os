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263640"/>
            <a:ext cx="20116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01  Titelseite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Aptos"/>
              </a:defRPr>
            </a:pPr>
            <a:r>
              <a:t>UAOS / AE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CBD5E1"/>
                </a:solidFill>
                <a:latin typeface="Aptos"/>
              </a:defRPr>
            </a:pPr>
            <a:r>
              <a:t>Jobcenter-Unterlagen im einheitlichen Projektdesign</a:t>
            </a:r>
            <a:br/>
            <a:r>
              <a:t>Prototyp / Vorbereitung der Selbstständigkeit</a:t>
            </a:r>
            <a:br/>
            <a:r>
              <a:t>Anfangsumsatz: 0 €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234440"/>
            <a:ext cx="2103120" cy="1325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39903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801368"/>
            <a:ext cx="16459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Prototyp</a:t>
            </a:r>
            <a:br/>
            <a:r>
              <a:t>Vorbereitung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234440"/>
            <a:ext cx="2103120" cy="1325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55480" y="139903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Startkosten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1801368"/>
            <a:ext cx="16459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2.200–3.950 €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926080"/>
            <a:ext cx="2103120" cy="1325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0906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Eigenleistung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93008"/>
            <a:ext cx="16459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450–750 Std.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926080"/>
            <a:ext cx="2103120" cy="1325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30906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Umsatz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3493008"/>
            <a:ext cx="16459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0 €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62727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Aptos"/>
              </a:defRPr>
            </a:pPr>
            <a:r>
              <a:t>UAOS / AE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788920"/>
            <a:ext cx="6126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Änderung, Öffnung, Überprüfung und Maßnahme sind sichtbar dokumentiert.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263640"/>
            <a:ext cx="20116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02  Kurzüberblick / Zusammenfassung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ptos"/>
              </a:defRPr>
            </a:pPr>
            <a:r>
              <a:t>Konservativ vorbereitete Gründung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Lokaler Prototyp mit nachvollziehbarer Dokumentation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96312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60904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Finanzierungsbedarf: 2.200–3.950 €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00984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65576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67911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Monatliche Betriebskosten: 75–210 €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05656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70248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72584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Keine Umsatzgarantie und keine Rechnung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62727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263640"/>
            <a:ext cx="20116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03  Projektbeschreibung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ptos"/>
              </a:defRPr>
            </a:pPr>
            <a:r>
              <a:t>Digitale Projekt- und Musikorganisation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Strukturierte Planung digitaler Arbeitsabläufe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96312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60904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Geordnete Dokumentation und Kostenübersicht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00984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65576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67911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Schrittweise wirtschaftliche Prüfung der Selbstständigkeit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62727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263640"/>
            <a:ext cx="20116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04  Aktueller Projektstand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ptos"/>
              </a:defRPr>
            </a:pPr>
            <a:r>
              <a:t>Dokumentierte Gründungsphase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Lokaler Prototyp vorhanden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96312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60904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Belegliste, Finanzplanung und Präsentation erstellt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00984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65576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67911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Öffentlicher Projektmonitor als ergänzender Statusnachweis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62727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263640"/>
            <a:ext cx="20116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05  Öffentlicher Projektmonitor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ptos"/>
              </a:defRPr>
            </a:pPr>
            <a:r>
              <a:t>Einsehbarer Projektstand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0744200" cy="8686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1028700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Der aktuelle Projektstand kann ergänzend über den öffentlichen Projektmonitor eingesehen werden: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79192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43784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https://uaos-jobcenter-monitor.vercel.app/jobcenter/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62727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263640"/>
            <a:ext cx="20116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06  Zielgruppen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ptos"/>
              </a:defRPr>
            </a:pPr>
            <a:r>
              <a:t>Mögliche spätere Nutzergruppen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Musikerinnen und Musiker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96312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60904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Produzentinnen und Produzenten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00984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65576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67911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Kleine Studios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05656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70248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72584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Musiklehrkräfte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910328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77256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Digitale Kreativschaffende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62727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263640"/>
            <a:ext cx="20116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07  Problem und Lösung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ptos"/>
              </a:defRPr>
            </a:pPr>
            <a:r>
              <a:t>Von verstreuter Arbeit zu klarer Prüfung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Problem: digitale Kreativarbeit ist oft schwer prüfbar und schwer dokumentierbar.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96312"/>
            <a:ext cx="10744200" cy="8686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60904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028700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Lösung: UAOS / AE Platform bündelt Planung, Nachweise, Status und Kosten in einer nachvollziehbaren Struktur.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62727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263640"/>
            <a:ext cx="20116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08  Leistungsumfang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ptos"/>
              </a:defRPr>
            </a:pPr>
            <a:r>
              <a:t>Vorbereitung statt Vollbetrieb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Lokaler Prototyp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96312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60904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Dokumentation und Finanzplanung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00984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65576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67911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Statuslogik und Gründungsfahrplan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05656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70248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72584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Keine gesicherten Umsätze und kein kommerzieller Vollbetrieb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62727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263640"/>
            <a:ext cx="20116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09  Finanzierungsbedarf / Startkosten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ptos"/>
              </a:defRPr>
            </a:pPr>
            <a:r>
              <a:t>Benötigte Startgrundlage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7406640" cy="585216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Laptop / Arbeitsstation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6949440" cy="-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1.500–2.500 €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40864"/>
            <a:ext cx="7406640" cy="585216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05456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Externer Monitor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07792"/>
            <a:ext cx="6949440" cy="-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150–300 €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35808"/>
            <a:ext cx="7406640" cy="585216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Tastatur / Maus / Speicher / Zubehör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02736"/>
            <a:ext cx="6949440" cy="-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150–300 €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30752"/>
            <a:ext cx="7406640" cy="585216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95344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Software- und Entwicklungsreserve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6949440" cy="-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300–600 €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25696"/>
            <a:ext cx="7406640" cy="585216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90288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Dokumentation / Präsentation / Verwaltung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92624"/>
            <a:ext cx="6949440" cy="-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100–250 €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120640"/>
            <a:ext cx="7406640" cy="585216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85231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Gesamtbedarf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87568"/>
            <a:ext cx="6949440" cy="-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2.200–3.950 €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62727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263640"/>
            <a:ext cx="20116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10  Monatliche Betriebskosten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ptos"/>
              </a:defRPr>
            </a:pPr>
            <a:r>
              <a:t>Laufende konservative Kosten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7406640" cy="585216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Software / Dienste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6949440" cy="-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30–80 €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40864"/>
            <a:ext cx="7406640" cy="585216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05456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Internet / Stromanteil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07792"/>
            <a:ext cx="6949440" cy="-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20–50 €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35808"/>
            <a:ext cx="7406640" cy="585216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Backup / Speicher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02736"/>
            <a:ext cx="6949440" cy="-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5–20 €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30752"/>
            <a:ext cx="7406640" cy="585216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95344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Buchhaltung / Verwaltung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6949440" cy="-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20–60 €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25696"/>
            <a:ext cx="7406640" cy="585216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90288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Gesamt monatlich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92624"/>
            <a:ext cx="6949440" cy="-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75–210 €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62727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263640"/>
            <a:ext cx="20116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11  Eigenleistung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ptos"/>
              </a:defRPr>
            </a:pPr>
            <a:r>
              <a:t>Bereits eingebrachte Arbeit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7406640" cy="585216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Eigenleistung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6949440" cy="-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450–750 Stunden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40864"/>
            <a:ext cx="7406640" cy="585216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05456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Interne Bewertung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07792"/>
            <a:ext cx="6949440" cy="-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25–45 € / Stunde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35808"/>
            <a:ext cx="7406640" cy="585216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Interner Wert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02736"/>
            <a:ext cx="6949440" cy="-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11.250–33.750 €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62727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263640"/>
            <a:ext cx="20116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12  12-Monats-Plan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ptos"/>
              </a:defRPr>
            </a:pPr>
            <a:r>
              <a:t>Geordnete nächste Schritte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Monat 1–3: Arbeitsmittel und Dokumentation stabilisieren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96312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60904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Monat 4–6: Beratung, Arbeitsabläufe und Kostenprüfung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00984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65576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67911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Monat 7–9: Validierung und Risikoabbau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05656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70248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72584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Monat 10–12: Auswertung und Entscheidung über nächste Schritte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62727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263640"/>
            <a:ext cx="20116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13  Risiken und Risikoreduzierung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ptos"/>
              </a:defRPr>
            </a:pPr>
            <a:r>
              <a:t>Bewusst konservativ geplant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Konservative, unverbindliche Planung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96312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60904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Keine Umsatzgarantie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00984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65576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67911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Keine Zahlungsfunktion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05656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70248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72584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Keine Ausgabe an reale Instrumente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910328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77256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Keine Übernahme geschützter Inhalte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62727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263640"/>
            <a:ext cx="20116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14  Warum die Unterstützung jetzt notwendig 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ptos"/>
              </a:defRPr>
            </a:pPr>
            <a:r>
              <a:t>Arbeitsfähigkeit und Nachweise sichern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Geeignete Arbeitsmittel schaffen die Grundlage für Prüfung und Umsetzung.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96312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60904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Beratung, Dokumentation und Sicherung reduzieren Risiken.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00984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65576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67911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Die Startphase wird zuverlässig und nachvollziehbar vorbereitet.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62727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263640"/>
            <a:ext cx="20116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15  Fazit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ptos"/>
              </a:defRPr>
            </a:pPr>
            <a:r>
              <a:t>Bereit für die sachliche Prüfung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Aktiv vorbereitetes Projekt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96312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60904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Einheitliche Unterlagen mit öffentlichem Projektmonitor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00984"/>
            <a:ext cx="10744200" cy="65836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65576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67911"/>
            <a:ext cx="102870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Unterstützung vor belastbarer Erprobung notwendig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62727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