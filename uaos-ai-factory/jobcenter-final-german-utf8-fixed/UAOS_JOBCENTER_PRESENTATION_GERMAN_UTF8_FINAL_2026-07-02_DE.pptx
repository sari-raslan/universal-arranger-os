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UAOS / AE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Deutsche Endfassung für das Jobcenter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Prototyp / Vorbereitung der Selbstständigkeit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Anfangsumsatz: 0 €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Änderungen, Öffnung und Überprüfung sind dokumentiert.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Aktueller Projektstand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Lokaler Prototyp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Dokumentierte Gründungsphase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Kostenübersicht und Belegliste</a:t>
            </a:r>
          </a:p>
          <a:p>
            <a:pPr>
              <a:spcAft>
                <a:spcPts val="1000"/>
              </a:spcAft>
              <a:defRPr sz="1500">
                <a:latin typeface="Arial"/>
              </a:defRPr>
            </a:pPr>
            <a:r>
              <a:t>Der aktuelle Projektstand kann ergänzend über den öffentlichen Projektmonitor eingesehen werden:</a:t>
            </a:r>
            <a:br/>
            <a:r>
              <a:t>https://uaos-jobcenter-monitor.vercel.app/jobcenter/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Öffentlicher Projektmonitor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latin typeface="Arial"/>
              </a:defRPr>
            </a:pPr>
            <a:r>
              <a:t>Der aktuelle Projektstand kann ergänzend über den öffentlichen Projektmonitor eingesehen werden:</a:t>
            </a:r>
            <a:br/>
            <a:r>
              <a:t>https://uaos-jobcenter-monitor.vercel.app/jobcenter/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Gründungs- und Startkosten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Finanzierungsbedarf / Startkosten: 2.200–3.950 €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Arbeitsstation oder Laptop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Externer Monitor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Backup, Speicher, Software- und Cloud-Reserve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Monatliche Betriebskosten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Monatliche Betriebskosten: 75–210 €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Konservative Planung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Absicherung von Dokumentation, Sicherung und Projektorganisation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Eigenleistung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Eigenleistung: 450–750 Stunden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Interner Eigenleistungswert: 11.250–33.750 €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Keine Rechnung und kein Einkommen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12-Monats-Plan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Monat 1–3: Arbeitsmittel und Dokumentation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Monat 4–6: Beratung und Arbeitsabläufe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Monat 7–9: Validierung und Risikoabbau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Monat 10–12: Auswertung und nächste Schritte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Warum Unterstützung notwendig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Technische Arbeitsgrundlage schaffen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Beratung und Nachweise vorbereiten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Wirtschaftliche Tragfähigkeit sachlich prüfen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Startphase zuverlässig absichern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Zielgruppen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Musikerinnen und Musiker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Produzentinnen und Produzenten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Kleine Studios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Musiklehrkräfte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Digitale Kreativschaffende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Risikoreduzierung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Konservative, unverbindliche Planung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Keine Umsatzgarantie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Keine Zahlungsfunktion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Keine technische Ausgabe an reale Keyboards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Keine Übernahme geschützter Inhalte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Anfrage an das Jobcenter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Finanzierungsbedarf / Startkosten: 2.200–3.950 €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Monatliche Betriebskosten: 75–210 €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Unterstützung für Vorbereitung und Prüfung der Selbstständigkeit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Aktiv vorbereitetes Projekt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Nachvollziehbare Dokumentation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Bereit für sachliche Prüfung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Unterstützung vor belastbarer Erprobung notwendig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