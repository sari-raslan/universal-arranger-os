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1pPr>
    <a:lvl2pPr marL="307238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2pPr>
    <a:lvl3pPr marL="614477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3pPr>
    <a:lvl4pPr marL="921715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4pPr>
    <a:lvl5pPr marL="1228954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5pPr>
    <a:lvl6pPr marL="1536192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6pPr>
    <a:lvl7pPr marL="1843430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7pPr>
    <a:lvl8pPr marL="2150669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8pPr>
    <a:lvl9pPr marL="2457907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13A773-61E3-BA81-8165-3A14C5C62C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8551774-043B-43A5-1112-B08CB76AC1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2A891B-1788-E268-8F3D-F3C3AFB06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C4C366-4C26-D792-966E-7D8185E8A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38D40D-A2A7-7FCF-EC9B-502D7426C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706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45B364-5617-BB99-4471-79AE447D0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94FF1F-1A27-8EDC-0EA3-B02A41815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5B6A8D-A7BC-1C39-8B36-081C64657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6904B1-70F5-3F6B-57A7-79D9DCE1A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D6A3C1-1DD4-FFB4-7665-3F36A031A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8246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BD5869-37B3-9DB4-AC85-D3F1898E2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D407F9-BFDD-AFC6-C151-C5398D093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8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3183D8-25F5-7486-3D08-5DA775AF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E7230C-D025-C1E3-6541-52936A00C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97D9F20-A33B-2C0A-C240-50DB87550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7998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D31CE6-4B4A-0510-0068-50AA7280E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5CD72C-E851-79ED-297C-93225ACE35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38A3F26-AB32-A641-1A12-C4B6780880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46C629-4AE8-3F5C-E2F4-02CDEAF75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E317AE-D8D5-2B7C-5D3A-765D69C5F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FD9BB1-162F-59C3-AC1C-350B53D2F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499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983D6-C147-921B-E52D-21B3BD3D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C71EBD-33E9-29D3-693F-F7470A386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2"/>
            <a:ext cx="5157787" cy="823913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911B75-0722-B972-135C-D7A859EF3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FDD776A-CE95-2663-EC8E-5ACC56AC93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2"/>
            <a:ext cx="5183188" cy="823913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3DC6077-7BEB-A1B5-47FC-6D783B8D0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AC64858-A01F-E2B4-60C0-C8F8637FE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97B97-AEDE-205C-23B8-3F01AA3BF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0810458-FD1C-B193-2911-1C7F081D7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681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834A6E-F4DE-313C-2E15-EA0335695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F56107C-0784-8DEC-D018-06D8F6A9B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411E522-059C-C46C-C125-C40B183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C95188-43E5-498B-B3E7-27EA57C69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677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5DFCBC4-AC78-8F0B-20B7-6CADFE79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550AE35-76D1-B6D2-5639-4CC789AE0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265B6D-C7D7-ECF7-B14A-C3EF9A2B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399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1B7CD4-2576-F5E9-E522-57695538D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AB47ED-361F-95F5-5EB8-023174F75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8A5C94-F831-EE12-5133-B95678974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3F4260-CC8F-F17C-3574-884D0AF80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A2182E9-BBF9-1569-5AB5-232A4EA6A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1E31CD-2620-D748-0568-A1560F44B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4259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D153FB-A920-46C8-3CD8-1E46284FE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1A977B-4ECC-CD70-389D-1568D3A47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7EFD4F-2B51-C57D-CC7C-B2785CA9C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B15363-079F-AA9A-2519-77ECD973A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D7C2EC-DCAC-B375-B999-75B3D0DFA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1038438-2749-6EDC-C92C-8FAB22ACC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1868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87B50D-5576-B97C-1719-2C92A69A4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D08AEDD-857E-6824-F568-6C3072BC71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424E71-4C72-F7CD-2F80-ECCB924B1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74DF21-05A1-16C0-C645-559CBC605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5C54FF-5A8A-F2D0-BAFC-82F56D053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84779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9F1051B-7B58-C1D0-BA13-BA66D71557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14B07E6-6EEC-C083-2F1D-EF215A9D7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067A01-4D1B-EACD-B893-8BA0DB19F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D3BA43-4724-A508-3AC1-3E895898E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74FAD1-EFA3-5202-7F0B-B03664EAC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8266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19C2E34-3000-0810-6E0F-6147421AE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D17391-900D-F564-C69F-E9D23A50F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DB58ED-9696-D431-9499-067EF74F95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0F6B8D-F804-4D13-B0B9-090A522C82BA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03952A-C877-8779-AAE3-6FB79405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6B3D13-E8E0-3336-E417-6E74091F9C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836F0-5FA1-462F-9EA7-66848FCD48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4589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BE281B2-16CD-0925-DC3C-18DF9A29B2FA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D4629E6-E003-B6F8-DB54-A1AF696A1875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FC98339-B336-1004-158E-20D546806F2D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UAOS / Universal Arranger OS - Businessplan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A299B2F-14F0-D428-B9B8-2CBC9BDACCD8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Jobcenter-only Unterlage vom 01.07.2026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Lokaler Projektstand für Prüfung und Gespräch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Keine Veröffentlichung, kein Deploy, kein Payment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351FCE-0C68-00FE-332E-5949B02B2DF7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491951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44B0F33-C0DE-9D01-5CAD-BE7ACCA71D49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80FB130-9A76-A779-8ABE-FAD34CDDEFFF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CB57905-5706-533B-3232-EA8BA4F3EB67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Kurzbeschreibung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D36D7DB-893D-2728-DAA5-E02EB3F41437}"/>
              </a:ext>
            </a:extLst>
          </p:cNvPr>
          <p:cNvSpPr txBox="1"/>
          <p:nvPr/>
        </p:nvSpPr>
        <p:spPr>
          <a:xfrm>
            <a:off x="889000" y="1854200"/>
            <a:ext cx="10160000" cy="1959511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UAOS ist ein lokales Softwareprojekt für musikalische Arbeitsabläufe und Arrangement-Planung.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Die Präsentation zeigt einen dokumentierten, nicht öffentlichen Projektstand.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 Fokus liegt auf Nachvollziehbarkeit, Prüfung und geordneter Weiterentwicklung.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58364D-480F-90D8-BF89-0C0B4DC51D1E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2904658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97509B5-531E-DF1D-FCFB-A5398FA3115B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1223367-FE51-A204-7416-20A81DB82546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5C0B23A-811B-193E-41A6-92A56B842247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Aktueller Projektstand zum 01.07.2026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4ABE8DC-234B-6AA7-3E7E-0D112543A65C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Lokaler Prototyp und Evidence Pack sind vorhanden.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Öffentliche Veröffentlichung wurde nicht freigegeben.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Kein Push, kein Upload, kein Deploy und kein Vercel.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A5B34C3-471B-435F-DBCD-E0AB69387369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551802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439838F-05F4-DD59-4F14-3B5F65FB18B4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52EDA5A-5D7B-1CFF-AF69-598CBA43EAAB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3B10B6-64DE-B114-87DE-7BFBC28B4241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Bisherige Eigenleistung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C69EA3-55A6-CCC5-EC56-E985E22686BF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 Projektstand wurde eigenständig aufgebaut, geordnet und dokumentiert.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Dazu gehören lokale Struktur, QA-Prüfung, Businessplan und Nachweisdateien.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Die Arbeit zeigt zuverlässige Projektorganisation und technische Lernleistung.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2EA125-5C73-6993-C50B-34D389F3F391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1575716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049A892-3439-E0FC-B685-D2692546E45E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8F564A0-C3D2-1E0C-388F-3E81BF2C174D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A8968FA-ADC2-49E3-7D04-1088F6677A82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Bedarf an Arbeitsmitteln: Laptop / Workstation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8AD41E6-77EA-1BB6-5910-66F637EDD34E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Ein geeignetes Arbeitsgerät wird für lokale Entwicklung, Tests und Dokumentation benötigt.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Stabile Hardware ist wichtig für PDF/PPT-Unterlagen, QA-Berichte und Review-Prozesse.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Ohne zuverlässiges Arbeitsmittel bleiben nächste Schritte deutlich eingeschränkt.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098164-5E6A-07B9-B1FE-59EE64ED269C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550388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C775F30-1544-C07C-B227-A83C23975D30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52AEF2D-6696-B606-9F26-1D8880733E63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1A379CD-EF22-4127-8394-737EA8094781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Geplante nächste Entwicklungsschritte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BD0609F-5109-D959-3D55-8F5A9B494C06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Manuelle Jobcenter-Prüfung dieser Unterlagen.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Fortgesetzte lokale Entwicklung ohne Keyboard-Ausgabe oder Transfer.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Weitere sichere Dokumentation und technische Prüfung vor späteren Freigaben.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A4DABD3-A023-BE42-C409-39F20CDF31F0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1069416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67E20A9-19EC-F9E5-B7FE-9C26E3A38CCA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A508303-FFA2-707E-8E48-9623C8612671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9E0F061-7260-2987-1DA5-6A033439C1A1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Lokaler Nachweisstand / Evidence Pack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63863B-222D-FE64-9A58-7EB003656100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Businessplan, Präsentation, Statusdateien und lokale QA-Ergebnisse liegen vor.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Die Unterlagen bleiben lokal und enthalten keinen Weblink.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 Nachweisstand ist für eine nachvollziehbare Prüfung vorbereitet.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EF55A3-DA2A-CCBD-E8FA-97DFF5B4CC13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2385659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F666FC5C-E69A-953C-B140-D456FE16F37A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6CD6728-5518-3477-77F9-2CB264D9D040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5CA7682-9B1D-ED20-478E-5B24C0A1D4FF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Risiken und klare Abgrenzung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08E907E-BD60-FAF0-26CA-A50087D63FCD}"/>
              </a:ext>
            </a:extLst>
          </p:cNvPr>
          <p:cNvSpPr txBox="1"/>
          <p:nvPr/>
        </p:nvSpPr>
        <p:spPr>
          <a:xfrm>
            <a:off x="889000" y="1854200"/>
            <a:ext cx="10160000" cy="1959511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Nicht für produktiven Einsatz freigegeben.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Kein Zahlungssystem, kein Deploy und keine öffentliche Projektfreigabe.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Keine Keyboard-native Ausgabe, kein Keyboard Transfer und keine Hardware-Übertragung.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05103F3-D1CF-1431-F83A-E1FC314AC992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3040517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61B7628-F986-4EB9-5891-1EDBF4208C8F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5C7911E-89BB-250E-1780-411E83AE723E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7401A94-D674-E408-2647-DD067DC1F2E9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Projekt-Monitor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EF07390-219B-F568-A2C9-89414BE739F2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 Projekt-Monitor ist für eine spätere Freigabe vorgesehen und wird nach ausdrücklicher Upload-/Deploy-Freigabe nachgereicht.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Derzeit ist kein öffentlicher Projektlink aktiv. Es wurde kein Push, kein Upload und kein Deploy freigegeben.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5C48916-2FA2-84C2-5272-99A68C30F41D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1665126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4D850A3-911D-048A-172E-DB2E1FC6B503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EB99D83-B0B4-6DB1-1DA0-7F1F371B6635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F291A61-2875-228A-923F-1301BA39EB05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Zusammenfassung / Gesprächswunsch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AA260B1-A624-A327-5C7D-86945C7AFA6E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UAOS ist als lokales Entwicklungsprojekt mit klaren Grenzen dokumentiert.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Die Unterstützung betrifft Arbeitsmittel und weitere strukturierte Prüfung.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Gewünscht ist ein Gespräch über die nächsten sicheren lokalen Entwicklungsschritte.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71FF242-E47D-FDDC-D8D0-D83D36C8E3E6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1777489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562</Words>
  <Application>Microsoft Office PowerPoint</Application>
  <PresentationFormat>Benutzerdefiniert</PresentationFormat>
  <Paragraphs>68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sari m</dc:creator>
  <cp:lastModifiedBy>sari m</cp:lastModifiedBy>
  <cp:revision>1</cp:revision>
  <dcterms:created xsi:type="dcterms:W3CDTF">2026-07-01T08:12:27Z</dcterms:created>
  <dcterms:modified xsi:type="dcterms:W3CDTF">2026-07-01T08:12:27Z</dcterms:modified>
</cp:coreProperties>
</file>