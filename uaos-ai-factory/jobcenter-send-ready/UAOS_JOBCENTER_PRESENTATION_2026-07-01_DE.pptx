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</Types>
</file>

<file path=_rels\.rels><?xml version="1.0" encoding="UTF-8" standalone="yes"?>
<Relationships xmlns="http://schemas.openxmlformats.org/package/2006/relationships">
  <Relationship Id="rId1" Type="http://schemas.openxmlformats.org/officeDocument/2006/relationships/officeDocument" Target="ppt/presentation.xml"/>
  <Relationship Id="rId2" Type="http://schemas.openxmlformats.org/package/2006/relationships/metadata/core-properties" Target="docProps/core.xml"/>
  <Relationship Id="rId3" Type="http://schemas.openxmlformats.org/officeDocument/2006/relationships/extended-properties" Target="docProps/app.xml"/>
</Relationships>
</file>

<file path=docProps\app.xml><?xml version="1.0" encoding="utf-8"?>
<Properties xmlns="http://schemas.openxmlformats.org/officeDocument/2006/extended-properties">
  <Application>UAOS Local PPT Generator</Application>
  <Slides>4</Slides>
</Properties>
</file>

<file path=docProps\core.xml><?xml version="1.0" encoding="utf-8"?>
<cp:coreProperties xmlns:cp="http://schemas.openxmlformats.org/package/2006/metadata/core-properties" xmlns:dc="http://purl.org/dc/elements/1.1/">
  <dc:title>UAOS Jobcenter Evidence Pack DE</dc:title>
  <dc:creator>UAOS Local</dc:creator>
</cp:coreProperties>
</file>

<file path=ppt\_rels\presentation.xml.rels><?xml version="1.0" encoding="UTF-8" standalone="yes"?>
<Relationships xmlns="http://schemas.openxmlformats.org/package/2006/relationships">
  <Relationship Id="rId1" Type="http://schemas.openxmlformats.org/officeDocument/2006/relationships/slide" Target="slides/slide1.xml"/><Relationship Id="rId2" Type="http://schemas.openxmlformats.org/officeDocument/2006/relationships/slide" Target="slides/slide2.xml"/><Relationship Id="rId3" Type="http://schemas.openxmlformats.org/officeDocument/2006/relationships/slide" Target="slides/slide3.xml"/><Relationship Id="rId4" Type="http://schemas.openxmlformats.org/officeDocument/2006/relationships/slide" Target="slides/slide4.xml"/>
  <Relationship Id="rId5" Type="http://schemas.openxmlformats.org/officeDocument/2006/relationships/theme" Target="theme/theme1.xml"/>
</Relationships>
</file>

<file path=ppt\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>
  <p:sldIdLst>
    <p:sldId id="256" r:id="rId1"/>
    <p:sldId id="257" r:id="rId2"/>
    <p:sldId id="258" r:id="rId3"/>
    <p:sldId id="259" r:id="rId4"/>
  </p:sldIdLst>
  <p:sldSz cx="9144000" cy="6858000" type="screen4x3"/>
  <p:notesSz cx="6858000" cy="9144000"/>
</p:presentation>
</file>

<file path=ppt\slides\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"/>
          <p:cNvSpPr txBox="1"/>
          <p:nvPr/>
        </p:nvSpPr>
        <p:spPr>
          <a:xfrm>
            <a:off x="457200" y="304800"/>
            <a:ext cx="8229600" cy="914400"/>
          </a:xfrm>
          <a:prstGeom prst="rect">
            <a:avLst/>
          </a:prstGeom>
        </p:spPr>
        <p:txBody>
          <a:bodyPr wrap="square"/>
          <a:lstStyle/>
          <a:p>
            <a:r>
              <a:rPr lang="en-US" sz="3400" b="1"/>
              <a:t>UAOS Jobcenter Evidence Pack DE</a:t>
            </a:r>
          </a:p>
        </p:txBody>
      </p:sp>
      <p:sp>
        <p:nvSpPr>
          <p:cNvPr id="12" name="Body"/>
          <p:cNvSpPr txBox="1"/>
          <p:nvPr/>
        </p:nvSpPr>
        <p:spPr>
          <a:xfrm>
            <a:off x="685800" y="1524000"/>
            <a:ext cx="7772400" cy="4572000"/>
          </a:xfrm>
          <a:prstGeom prst="rect">
            <a:avLst/>
          </a:prstGeom>
        </p:spPr>
        <p:txBody>
          <a:bodyPr wrap="square"/>
          <a:lstStyle/>
          <a:p>
            <a:pPr marL="0" indent="0">
              <a:buChar char="•"/>
            </a:pPr>
            <a:r>
              <a:rPr lang="en-US" sz="2200"/>
              <a:t>LOCAL ONLY</a:t>
            </a:r>
          </a:p>
          <a:p>
            <a:pPr marL="342900" indent="0">
              <a:buChar char="•"/>
            </a:pPr>
            <a:r>
              <a:rPr lang="en-US" sz="2200"/>
              <a:t>READ ONLY</a:t>
            </a:r>
          </a:p>
          <a:p>
            <a:pPr marL="342900" indent="0">
              <a:buChar char="•"/>
            </a:pPr>
            <a:r>
              <a:rPr lang="en-US" sz="2200"/>
              <a:t>NOT PUBLIC RELEASE</a:t>
            </a:r>
          </a:p>
          <a:p>
            <a:pPr marL="342900" indent="0">
              <a:buChar char="•"/>
            </a:pPr>
            <a:r>
              <a:rPr lang="en-US" sz="2200"/>
              <a:t>NOT KEYBOARD OUTPUT</a:t>
            </a:r>
          </a:p>
        </p:txBody>
      </p:sp>
      <p:sp>
        <p:nvSpPr>
          <p:cNvPr id="13" name="Footer"/>
          <p:cNvSpPr txBox="1"/>
          <p:nvPr/>
        </p:nvSpPr>
        <p:spPr>
          <a:xfrm>
            <a:off x="457200" y="6400800"/>
            <a:ext cx="8229600" cy="304800"/>
          </a:xfrm>
          <a:prstGeom prst="rect">
            <a:avLst/>
          </a:prstGeom>
        </p:spPr>
        <p:txBody>
          <a:bodyPr wrap="square"/>
          <a:lstStyle/>
          <a:p>
            <a:r>
              <a:rPr lang="en-US" sz="1200"/>
              <a:t>LOCAL ONLY - NOT KEYBOARD OUTPUT - NO PUSH / NO DEPLOY / NO VERCEL</a:t>
            </a:r>
          </a:p>
        </p:txBody>
      </p:sp>
    </p:spTree>
  </p:cSld>
  <p:clrMapOvr>
    <a:masterClrMapping/>
  </p:clrMapOvr>
</p:sld>
</file>

<file path=ppt\slides\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itle"/>
          <p:cNvSpPr txBox="1"/>
          <p:nvPr/>
        </p:nvSpPr>
        <p:spPr>
          <a:xfrm>
            <a:off x="457200" y="304800"/>
            <a:ext cx="8229600" cy="914400"/>
          </a:xfrm>
          <a:prstGeom prst="rect">
            <a:avLst/>
          </a:prstGeom>
        </p:spPr>
        <p:txBody>
          <a:bodyPr wrap="square"/>
          <a:lstStyle/>
          <a:p>
            <a:r>
              <a:rPr lang="en-US" sz="3400" b="1"/>
              <a:t>Safety Boundaries</a:t>
            </a:r>
          </a:p>
        </p:txBody>
      </p:sp>
      <p:sp>
        <p:nvSpPr>
          <p:cNvPr id="22" name="Body"/>
          <p:cNvSpPr txBox="1"/>
          <p:nvPr/>
        </p:nvSpPr>
        <p:spPr>
          <a:xfrm>
            <a:off x="685800" y="1524000"/>
            <a:ext cx="7772400" cy="4572000"/>
          </a:xfrm>
          <a:prstGeom prst="rect">
            <a:avLst/>
          </a:prstGeom>
        </p:spPr>
        <p:txBody>
          <a:bodyPr wrap="square"/>
          <a:lstStyle/>
          <a:p>
            <a:pPr marL="0" indent="0">
              <a:buChar char="•"/>
            </a:pPr>
            <a:r>
              <a:rPr lang="en-US" sz="2200"/>
              <a:t>no public release</a:t>
            </a:r>
          </a:p>
          <a:p>
            <a:pPr marL="342900" indent="0">
              <a:buChar char="•"/>
            </a:pPr>
            <a:r>
              <a:rPr lang="en-US" sz="2200"/>
              <a:t>no payment</a:t>
            </a:r>
          </a:p>
          <a:p>
            <a:pPr marL="342900" indent="0">
              <a:buChar char="•"/>
            </a:pPr>
            <a:r>
              <a:rPr lang="en-US" sz="2200"/>
              <a:t>no keyboard-native output</a:t>
            </a:r>
          </a:p>
          <a:p>
            <a:pPr marL="342900" indent="0">
              <a:buChar char="•"/>
            </a:pPr>
            <a:r>
              <a:rPr lang="en-US" sz="2200"/>
              <a:t>no keyboard transfer</a:t>
            </a:r>
          </a:p>
          <a:p>
            <a:pPr marL="342900" indent="0">
              <a:buChar char="•"/>
            </a:pPr>
            <a:r>
              <a:rPr lang="en-US" sz="2200"/>
              <a:t>no deploy</a:t>
            </a:r>
          </a:p>
          <a:p>
            <a:pPr marL="342900" indent="0">
              <a:buChar char="•"/>
            </a:pPr>
            <a:r>
              <a:rPr lang="en-US" sz="2200"/>
              <a:t>no Vercel</a:t>
            </a:r>
          </a:p>
          <a:p>
            <a:pPr marL="342900" indent="0">
              <a:buChar char="•"/>
            </a:pPr>
            <a:r>
              <a:rPr lang="en-US" sz="2200"/>
              <a:t>no proprietary content</a:t>
            </a:r>
          </a:p>
        </p:txBody>
      </p:sp>
      <p:sp>
        <p:nvSpPr>
          <p:cNvPr id="23" name="Footer"/>
          <p:cNvSpPr txBox="1"/>
          <p:nvPr/>
        </p:nvSpPr>
        <p:spPr>
          <a:xfrm>
            <a:off x="457200" y="6400800"/>
            <a:ext cx="8229600" cy="304800"/>
          </a:xfrm>
          <a:prstGeom prst="rect">
            <a:avLst/>
          </a:prstGeom>
        </p:spPr>
        <p:txBody>
          <a:bodyPr wrap="square"/>
          <a:lstStyle/>
          <a:p>
            <a:r>
              <a:rPr lang="en-US" sz="1200"/>
              <a:t>LOCAL ONLY - NOT KEYBOARD OUTPUT - NO PUSH / NO DEPLOY / NO VERCEL</a:t>
            </a:r>
          </a:p>
        </p:txBody>
      </p:sp>
    </p:spTree>
  </p:cSld>
  <p:clrMapOvr>
    <a:masterClrMapping/>
  </p:clrMapOvr>
</p:sld>
</file>

<file path=ppt\slides\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Title"/>
          <p:cNvSpPr txBox="1"/>
          <p:nvPr/>
        </p:nvSpPr>
        <p:spPr>
          <a:xfrm>
            <a:off x="457200" y="304800"/>
            <a:ext cx="8229600" cy="914400"/>
          </a:xfrm>
          <a:prstGeom prst="rect">
            <a:avLst/>
          </a:prstGeom>
        </p:spPr>
        <p:txBody>
          <a:bodyPr wrap="square"/>
          <a:lstStyle/>
          <a:p>
            <a:r>
              <a:rPr lang="en-US" sz="3400" b="1"/>
              <a:t>Review Evidence</a:t>
            </a:r>
          </a:p>
        </p:txBody>
      </p:sp>
      <p:sp>
        <p:nvSpPr>
          <p:cNvPr id="32" name="Body"/>
          <p:cNvSpPr txBox="1"/>
          <p:nvPr/>
        </p:nvSpPr>
        <p:spPr>
          <a:xfrm>
            <a:off x="685800" y="1524000"/>
            <a:ext cx="7772400" cy="4572000"/>
          </a:xfrm>
          <a:prstGeom prst="rect">
            <a:avLst/>
          </a:prstGeom>
        </p:spPr>
        <p:txBody>
          <a:bodyPr wrap="square"/>
          <a:lstStyle/>
          <a:p>
            <a:pPr marL="0" indent="0">
              <a:buChar char="•"/>
            </a:pPr>
            <a:r>
              <a:rPr lang="en-US" sz="2200"/>
              <a:t>Lokaler Prototyp: vorhanden.</a:t>
            </a:r>
          </a:p>
          <a:p>
            <a:pPr marL="342900" indent="0">
              <a:buChar char="•"/>
            </a:pPr>
            <a:r>
              <a:rPr lang="en-US" sz="2200"/>
              <a:t>Aktueller lokaler Projektstand: vorhanden.</a:t>
            </a:r>
          </a:p>
          <a:p>
            <a:pPr marL="342900" indent="0">
              <a:buChar char="•"/>
            </a:pPr>
            <a:r>
              <a:rPr lang="en-US" sz="2200"/>
              <a:t>Evidence-Pack: vorbereitet und lokal pruefbar.</a:t>
            </a:r>
          </a:p>
          <a:p>
            <a:pPr marL="342900" indent="0">
              <a:buChar char="•"/>
            </a:pPr>
            <a:r>
              <a:rPr lang="en-US" sz="2200"/>
              <a:t>Ausgewaehltes Review-Paket: owner-neutral-003.</a:t>
            </a:r>
          </a:p>
          <a:p>
            <a:pPr marL="342900" indent="0">
              <a:buChar char="•"/>
            </a:pPr>
            <a:r>
              <a:rPr lang="en-US" sz="2200"/>
              <a:t>Keyboard Writer: blockiert.</a:t>
            </a:r>
          </a:p>
          <a:p>
            <a:pPr marL="342900" indent="0">
              <a:buChar char="•"/>
            </a:pPr>
            <a:r>
              <a:rPr lang="en-US" sz="2200"/>
              <a:t>Kein finales Keyboard-Nativformat.</a:t>
            </a:r>
          </a:p>
          <a:p>
            <a:pPr marL="342900" indent="0">
              <a:buChar char="•"/>
            </a:pPr>
            <a:r>
              <a:rPr lang="en-US" sz="2200"/>
              <a:t>Keyboard-native Ausgabe: blockiert.</a:t>
            </a:r>
          </a:p>
        </p:txBody>
      </p:sp>
      <p:sp>
        <p:nvSpPr>
          <p:cNvPr id="33" name="Footer"/>
          <p:cNvSpPr txBox="1"/>
          <p:nvPr/>
        </p:nvSpPr>
        <p:spPr>
          <a:xfrm>
            <a:off x="457200" y="6400800"/>
            <a:ext cx="8229600" cy="304800"/>
          </a:xfrm>
          <a:prstGeom prst="rect">
            <a:avLst/>
          </a:prstGeom>
        </p:spPr>
        <p:txBody>
          <a:bodyPr wrap="square"/>
          <a:lstStyle/>
          <a:p>
            <a:r>
              <a:rPr lang="en-US" sz="1200"/>
              <a:t>LOCAL ONLY - NOT KEYBOARD OUTPUT - NO PUSH / NO DEPLOY / NO VERCEL</a:t>
            </a:r>
          </a:p>
        </p:txBody>
      </p:sp>
    </p:spTree>
  </p:cSld>
  <p:clrMapOvr>
    <a:masterClrMapping/>
  </p:clrMapOvr>
</p:sld>
</file>

<file path=ppt\slides\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Title"/>
          <p:cNvSpPr txBox="1"/>
          <p:nvPr/>
        </p:nvSpPr>
        <p:spPr>
          <a:xfrm>
            <a:off x="457200" y="304800"/>
            <a:ext cx="8229600" cy="914400"/>
          </a:xfrm>
          <a:prstGeom prst="rect">
            <a:avLst/>
          </a:prstGeom>
        </p:spPr>
        <p:txBody>
          <a:bodyPr wrap="square"/>
          <a:lstStyle/>
          <a:p>
            <a:r>
              <a:rPr lang="en-US" sz="3400" b="1"/>
              <a:t>Manual Review State</a:t>
            </a:r>
          </a:p>
        </p:txBody>
      </p:sp>
      <p:sp>
        <p:nvSpPr>
          <p:cNvPr id="42" name="Body"/>
          <p:cNvSpPr txBox="1"/>
          <p:nvPr/>
        </p:nvSpPr>
        <p:spPr>
          <a:xfrm>
            <a:off x="685800" y="1524000"/>
            <a:ext cx="7772400" cy="4572000"/>
          </a:xfrm>
          <a:prstGeom prst="rect">
            <a:avLst/>
          </a:prstGeom>
        </p:spPr>
        <p:txBody>
          <a:bodyPr wrap="square"/>
          <a:lstStyle/>
          <a:p>
            <a:pPr marL="0" indent="0">
              <a:buChar char="•"/>
            </a:pPr>
            <a:r>
              <a:rPr lang="en-US" sz="2200"/>
              <a:t>PowerPoint created locally only</a:t>
            </a:r>
          </a:p>
          <a:p>
            <a:pPr marL="342900" indent="0">
              <a:buChar char="•"/>
            </a:pPr>
            <a:r>
              <a:rPr lang="en-US" sz="2200"/>
              <a:t>No push, deploy, Vercel, or payment</a:t>
            </a:r>
          </a:p>
          <a:p>
            <a:pPr marL="342900" indent="0">
              <a:buChar char="•"/>
            </a:pPr>
            <a:r>
              <a:rPr lang="en-US" sz="2200"/>
              <a:t>No proprietary content copied</a:t>
            </a:r>
          </a:p>
          <a:p>
            <a:pPr marL="342900" indent="0">
              <a:buChar char="•"/>
            </a:pPr>
            <a:r>
              <a:rPr lang="en-US" sz="2200"/>
              <a:t>Keyboard transfer remains NO</a:t>
            </a:r>
          </a:p>
          <a:p>
            <a:pPr marL="342900" indent="0">
              <a:buChar char="•"/>
            </a:pPr>
            <a:r>
              <a:rPr lang="en-US" sz="2200"/>
              <a:t>Ready for manual PPT review</a:t>
            </a:r>
          </a:p>
        </p:txBody>
      </p:sp>
      <p:sp>
        <p:nvSpPr>
          <p:cNvPr id="43" name="Footer"/>
          <p:cNvSpPr txBox="1"/>
          <p:nvPr/>
        </p:nvSpPr>
        <p:spPr>
          <a:xfrm>
            <a:off x="457200" y="6400800"/>
            <a:ext cx="8229600" cy="304800"/>
          </a:xfrm>
          <a:prstGeom prst="rect">
            <a:avLst/>
          </a:prstGeom>
        </p:spPr>
        <p:txBody>
          <a:bodyPr wrap="square"/>
          <a:lstStyle/>
          <a:p>
            <a:r>
              <a:rPr lang="en-US" sz="1200"/>
              <a:t>LOCAL ONLY - NOT KEYBOARD OUTPUT - NO PUSH / NO DEPLOY / NO VERCEL</a:t>
            </a:r>
          </a:p>
        </p:txBody>
      </p:sp>
    </p:spTree>
  </p:cSld>
  <p:clrMapOvr>
    <a:masterClrMapping/>
  </p:clrMapOvr>
</p:sld>
</file>

<file path=ppt\theme\theme1.xml><?xml version="1.0" encoding="utf-8"?>
<a:theme xmlns:a="http://schemas.openxmlformats.org/drawingml/2006/main" name="UAOS Local">
  <a:themeElements>
    <a:clrScheme name="UAOS">
      <a:dk1>
        <a:srgbClr val="1F2933"/>
      </a:dk1>
      <a:lt1>
        <a:srgbClr val="FFFFFF"/>
      </a:lt1>
      <a:dk2>
        <a:srgbClr val="30424C"/>
      </a:dk2>
      <a:lt2>
        <a:srgbClr val="EEF3F4"/>
      </a:lt2>
      <a:accent1>
        <a:srgbClr val="2F6F73"/>
      </a:accent1>
      <a:accent2>
        <a:srgbClr val="7A9E7E"/>
      </a:accent2>
      <a:accent3>
        <a:srgbClr val="C19A5B"/>
      </a:accent3>
      <a:accent4>
        <a:srgbClr val="5C6B73"/>
      </a:accent4>
      <a:accent5>
        <a:srgbClr val="8A6F8F"/>
      </a:accent5>
      <a:accent6>
        <a:srgbClr val="D17A62"/>
      </a:accent6>
      <a:hlink>
        <a:srgbClr val="2F6F73"/>
      </a:hlink>
      <a:folHlink>
        <a:srgbClr val="5C6B73"/>
      </a:folHlink>
    </a:clrScheme>
    <a:fontScheme name="UAOS">
      <a:majorFont>
        <a:latin typeface="Arial"/>
      </a:majorFont>
      <a:minorFont>
        <a:latin typeface="Arial"/>
      </a:minorFont>
    </a:fontScheme>
    <a:fmtScheme name="UAOS">
      <a:fillStyleLst>
        <a:solidFill>
          <a:schemeClr val="phClr"/>
        </a:solidFill>
      </a:fillStyleLst>
      <a:lnStyleLst>
        <a:ln w="9525">
          <a:solidFill>
            <a:schemeClr val="phClr"/>
          </a:solidFill>
        </a:ln>
      </a:lnStyleLst>
      <a:effectStyleLst>
        <a:effectStyle>
          <a:effectLst/>
        </a:effectStyle>
      </a:effectStyleLst>
      <a:bgFillStyleLst>
        <a:solidFill>
          <a:schemeClr val="phClr"/>
        </a:solidFill>
      </a:bgFillStyleLst>
    </a:fmtScheme>
  </a:themeElements>
</a:theme>
</file>