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CD904-75DC-1D59-61E9-27E5E8981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20E6AD-E2E0-E038-930E-11B9EFD54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1306D2-482A-F278-E08B-09EC3765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F9342-E160-3AA8-18E3-A0B4307F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FB6AED-DF50-987B-F1DD-A56148D3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724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F80C1-1DCC-A8C2-AFF8-E554B02F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643ACC-27C1-0F30-39C8-75C7D1181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793594-B919-2322-576C-AE21F207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B94988-5AFF-1BDE-1945-9CE784F9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199769-8E31-C740-01FF-5EC5B241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53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BCB9E-4161-8899-0698-77300144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7C947B-4602-BC6F-9055-FD65C627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59A43F-3126-E0F0-44D6-C8B4620A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CC2093-0550-CCC7-E299-6CD27201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2ABDAF-6AB5-F37C-0F93-CEE3F66F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32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AA5DA-9064-B3B0-DB30-81EB2E6B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6A1642-B451-1502-76EE-80BDB8111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888A5A7-AC42-D6C9-799E-805B7E3CD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2876ED-532C-CB62-80E9-176CBB4F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BE4D4A-04D1-B862-1F78-1BCBCE50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7FD1F9-28A8-F3BD-6224-AB3EC543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01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55105-5EA7-953C-7251-6715EC29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2C979D-B1E2-8BAE-BDE7-5313613DD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15CB04-E8B0-1D61-6CB6-E9AEA360D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B2E7F2-42CD-63FF-3B07-F6F020DF5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2"/>
            <a:ext cx="5183188" cy="823913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25BEE4-EC9B-BB49-2239-0EDEDCAA0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D61895-F6E0-465C-0DDD-6C08BB10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731B7A4-7652-A99D-9AAA-7FAAE4EA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C9184A-3B74-029E-ED99-8CE69D64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25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D9475-5C56-110F-84E4-9830FCB7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F42029-CA5F-3F70-7654-1844D09AD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BFFD8B-6E69-408B-D156-FC4C7CB1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7D3563-5443-DD8D-106D-A0A1CD70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95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B0AEA8-57A3-06C1-EDA7-611F054F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0E09A6-C680-4D1E-EE07-7F2C15C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0D4971-A59F-2E59-CE17-17A7C05C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16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2C4DE-9154-512D-71AF-C696F496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F64A47-B3A9-45C3-E00B-5B567DAFA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C0CC7C-6DA0-7998-3F39-D2FFDD378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48ED92-EF37-E8D1-B8EF-18EC309A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3B9C5A-209D-A940-070A-00147A1F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02BFEB-6208-0738-5568-44836E05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50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48060-3651-A152-B9F2-9FE3BD89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D102AE-E404-4EF7-1B63-CCC744F84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1E7858-6DE8-8B55-C724-DCEBB05DF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165479-3E81-DE0F-DCAC-03AE81F1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04BD99-EB6E-B566-B347-3FDA9380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20A9BE-6200-598D-5CE4-326299BD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15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0448B-14B6-84B8-BE2E-6151C804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7DBB8B-5DCA-249D-0413-9EC2E8C45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263608-89CB-B222-9749-002575BD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2AD8A4-BB25-D935-FE60-F7B13A65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176FDE-B514-6254-E66F-109AAB6D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86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33CD0C-7557-31F2-9FDA-78C6494DA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BEFD0D-51ED-656B-70D2-73510E2CE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937FB-1514-8329-CF50-7C7D27AA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3AADC8-D3E0-C29D-F621-C2A92466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48438-BCA5-C402-C48E-34D9143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65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E52EA34-8FE9-FEE8-B9E1-B69BDB243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C2F82E-D2A3-B652-D7C8-CF45F332A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D075C-A3EE-3CA1-74EB-FD8B8E353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C6B2F-0EB9-4825-8B3F-3C3C5B83126B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C107D-BCC6-76AD-980F-A0CC295F9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2A79DE-B768-222D-CBDC-D43113959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C3734-E1F4-419B-9C5E-DD98F76C09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77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DAC6348-1BD6-2F45-4541-7115D8A7B49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6376FC6-43C6-E56E-70A5-3CB914D80D76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3A9EFC2-761D-87EF-D6D7-8EB51F7BB418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UAOS / Universal Arranger OS - Businessplan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620D66-AC6C-E0A2-306A-0B2A6A40945D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Jobcenter-only Unterlage vom 01.07.2026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Lokaler Projektstand für Prüfung und Gespräch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Keine Veröffentlichung, kein Deploy, kein Payment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BB52249-1CFE-1935-5B76-2A05955845B5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114907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81DD845-A4CD-B3E4-2AF4-88FAF41F859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3F5071-041E-6BC0-54FF-A2F7AAF11591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677E19A-0617-64EB-59C1-54E61C5FD7F7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Kurzbeschreibung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5AEDE3-14E4-AC2A-1ECF-1469F3B8B474}"/>
              </a:ext>
            </a:extLst>
          </p:cNvPr>
          <p:cNvSpPr txBox="1"/>
          <p:nvPr/>
        </p:nvSpPr>
        <p:spPr>
          <a:xfrm>
            <a:off x="889000" y="1854200"/>
            <a:ext cx="10160000" cy="1959511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UAOS ist ein lokales Softwareprojekt für musikalische Arbeitsabläufe und Arrangement-Planung.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Die Präsentation zeigt einen dokumentierten, nicht öffentlichen Projektstand.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Der Fokus liegt auf Nachvollziehbarkeit, Prüfung und geordneter Weiterentwicklung.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5872300-49A3-1D31-B27F-747E45D4F5F7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294973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53C2B89-60F3-C2CE-BEC3-F3B27763392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2B53D25-BDE4-705D-C1F0-426DE1807504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E81CE77-F047-4F98-2DAB-C1FD527654DA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Aktueller Projektstand zum 01.07.2026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D364D5-C2DF-5D43-DBA9-065B46037F18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Lokaler Prototyp und Evidence Pack sind vorhanden.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Öffentliche Veröffentlichung wurde nicht freigegeben.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Kein Push, kein Upload, kein Deploy und kein Vercel.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33D5BB1-6589-8252-AF9A-10BF89AA3F8A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683007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D2D76B6-331F-918F-3F0D-251D75249DB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AB5958B-4EC5-9E70-6E04-C8963008B1DA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B90585-0889-B3D8-D800-14639FEF5A65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Bisherige Eigenleistung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12D649-ED80-CFF0-E053-BA7E07296DCA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Der Projektstand wurde eigenständig aufgebaut, geordnet und dokumentiert.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Dazu gehören lokale Struktur, QA-Prüfung, Businessplan und Nachweisdateien.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Die Arbeit zeigt zuverlässige Projektorganisation und technische Lernleistung.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322C39D-46C9-DB82-ECBB-D4D5AB38CF42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69494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5B3DD35-16C2-F95A-B99A-71D4ACC2B21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5D01DA6-8B63-0B2E-82C4-9B614CEB5E98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F4FEA76-652F-8D51-AB36-8A69ADBF6238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Bedarf an Arbeitsmitteln: Laptop / Workstation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04463D-8088-052C-B547-DEFD6AE96161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Ein geeignetes Arbeitsgerät wird für lokale Entwicklung, Tests und Dokumentation benötigt.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Stabile Hardware ist wichtig für PDF/PPT-Unterlagen, QA-Berichte und Review-Prozesse.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Ohne zuverlässiges Arbeitsmittel bleiben nächste Schritte deutlich eingeschränkt.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6E0A078-6F28-7C11-0B97-2AABF55D03E8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218917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83E53C3-BADE-36C7-97EA-4C5969DAD1C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A95C023-D3F6-D154-D9D7-5AB362E08420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F2C4F1-C526-46A7-CA4A-1021C70649E6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Geplante nächste Entwicklungsschritte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C3CF354-B597-58F7-D285-CF5CF98BF3FE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Manuelle Jobcenter-Prüfung dieser Unterlagen.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Fortgesetzte lokale Entwicklung ohne Keyboard-Ausgabe oder Transfer.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Weitere sichere Dokumentation und technische Prüfung vor späteren Freigaben.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6206A15-2D3B-59CB-CBC0-2FCD5927185B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125481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E57D9DA-CF81-A532-B800-4214F4514E3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3128DCA-E57F-44F9-9082-72B6F2233AC7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10C5BF-6BE1-20B3-B545-4BD24E07BAF9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Lokaler Nachweisstand / Evidence Pack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E44CE41-B31F-F294-27C1-0070E2929236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Businessplan, Präsentation, Statusdateien und lokale QA-Ergebnisse liegen vor.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Die Unterlagen bleiben lokal und enthalten keinen Weblink.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Der Nachweisstand ist für eine nachvollziehbare Prüfung vorbereitet.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DFFA7D-4952-8E07-8379-09A6253954D2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297342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2EC3A80-8482-5E9D-A87F-B593F22A3D5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81DDFE2-341D-BF0B-1663-E0D2C1EA93F6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7ADE1E3-5355-3473-4A7B-DA5CE059350C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Risiken und klare Abgrenzung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765296D-5B12-97DF-814C-F43B5F5CA66E}"/>
              </a:ext>
            </a:extLst>
          </p:cNvPr>
          <p:cNvSpPr txBox="1"/>
          <p:nvPr/>
        </p:nvSpPr>
        <p:spPr>
          <a:xfrm>
            <a:off x="889000" y="1854200"/>
            <a:ext cx="10160000" cy="1959511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Nicht für produktiven Einsatz freigegeben.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Kein Zahlungssystem, kein Deploy und keine öffentliche Projektfreigabe.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Keine Keyboard-native Ausgabe, kein Keyboard Transfer und keine Hardware-Übertragung.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3F6149-3328-79E1-5622-9D66E053EA84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102040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5EA22A7-87E9-4BBF-0E42-65D9945F9E5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2937CB7-C9B8-D115-2C80-9E6BF5617985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AD2057C-B2A7-10FB-541A-767C4CD83DAE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Projekt-Monitor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7B52ED-8B26-4001-F22B-DAE485711FB0}"/>
              </a:ext>
            </a:extLst>
          </p:cNvPr>
          <p:cNvSpPr txBox="1"/>
          <p:nvPr/>
        </p:nvSpPr>
        <p:spPr>
          <a:xfrm>
            <a:off x="889000" y="1854200"/>
            <a:ext cx="10160000" cy="254428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Geplanter Projekt-Monitor: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https://sari-raslan.github.io/universal-arranger-os/jobcenter/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Status: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Der Link ist derzeit noch nicht öffentlich aktiv. Er wird erst nach ausdrücklicher Upload-/Deploy-Freigabe aktiviert. Es wurde kein Push, kein Upload und kein Deploy freigegeben.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BE33CD2-6F41-5E23-7E62-8DE390D0B621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1991514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E2AB3B3-6286-6D49-4AEF-853DCFDC8FC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301CA2-E5BC-0108-5143-A68D0C675E60}"/>
              </a:ext>
            </a:extLst>
          </p:cNvPr>
          <p:cNvSpPr/>
          <p:nvPr/>
        </p:nvSpPr>
        <p:spPr>
          <a:xfrm>
            <a:off x="0" y="127000"/>
            <a:ext cx="203200" cy="6731000"/>
          </a:xfrm>
          <a:prstGeom prst="rect">
            <a:avLst/>
          </a:prstGeom>
          <a:solidFill>
            <a:srgbClr val="0606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31DA76B-3D0D-D7B1-3EF8-EAD92F66EEA6}"/>
              </a:ext>
            </a:extLst>
          </p:cNvPr>
          <p:cNvSpPr txBox="1"/>
          <p:nvPr/>
        </p:nvSpPr>
        <p:spPr>
          <a:xfrm>
            <a:off x="685800" y="533400"/>
            <a:ext cx="10718800" cy="65146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2900" b="1">
                <a:solidFill>
                  <a:srgbClr val="FFFFFF"/>
                </a:solidFill>
                <a:latin typeface="Arial" panose="020B0604020202020204" pitchFamily="34" charset="0"/>
              </a:rPr>
              <a:t>Zusammenfassung / Gesprächswunsch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9ECCEB-8642-92A3-6A0D-DA83677CEF4E}"/>
              </a:ext>
            </a:extLst>
          </p:cNvPr>
          <p:cNvSpPr txBox="1"/>
          <p:nvPr/>
        </p:nvSpPr>
        <p:spPr>
          <a:xfrm>
            <a:off x="889000" y="1854200"/>
            <a:ext cx="10160000" cy="166712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UAOS ist als lokales Entwicklungsprojekt mit klaren Grenzen dokumentiert.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Die Unterstützung betrifft Arbeitsmittel und weitere strukturierte Prüfung.</a:t>
            </a:r>
          </a:p>
          <a:p>
            <a:endParaRPr lang="de-DE" sz="1900">
              <a:solidFill>
                <a:srgbClr val="E6E6E6"/>
              </a:solidFill>
              <a:latin typeface="Arial" panose="020B0604020202020204" pitchFamily="34" charset="0"/>
            </a:endParaRPr>
          </a:p>
          <a:p>
            <a:r>
              <a:rPr lang="de-DE" sz="1900">
                <a:solidFill>
                  <a:srgbClr val="E6E6E6"/>
                </a:solidFill>
                <a:latin typeface="Arial" panose="020B0604020202020204" pitchFamily="34" charset="0"/>
              </a:rPr>
              <a:t>• Gewünscht ist ein Gespräch über die nächsten sicheren lokalen Entwicklungsschritte.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1C3A2F5-0793-3A2D-94DF-F240D731C292}"/>
              </a:ext>
            </a:extLst>
          </p:cNvPr>
          <p:cNvSpPr txBox="1"/>
          <p:nvPr/>
        </p:nvSpPr>
        <p:spPr>
          <a:xfrm>
            <a:off x="685800" y="6197600"/>
            <a:ext cx="10820400" cy="343684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de-DE" sz="900">
                <a:solidFill>
                  <a:srgbClr val="B0B0B0"/>
                </a:solidFill>
                <a:latin typeface="Arial" panose="020B0604020202020204" pitchFamily="34" charset="0"/>
              </a:rPr>
              <a:t>LOCAL ONLY | JOBCENTER ONLY | NO PUSH | NO DEPLOY | NO VERCEL | NO PAYMENT | NO KEYBOARD OUTPUT</a:t>
            </a:r>
          </a:p>
        </p:txBody>
      </p:sp>
    </p:spTree>
    <p:extLst>
      <p:ext uri="{BB962C8B-B14F-4D97-AF65-F5344CB8AC3E}">
        <p14:creationId xmlns:p14="http://schemas.microsoft.com/office/powerpoint/2010/main" val="48685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Benutzerdefiniert</PresentationFormat>
  <Paragraphs>72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 m</dc:creator>
  <cp:lastModifiedBy>sari m</cp:lastModifiedBy>
  <cp:revision>1</cp:revision>
  <dcterms:created xsi:type="dcterms:W3CDTF">2026-07-01T08:44:13Z</dcterms:created>
  <dcterms:modified xsi:type="dcterms:W3CDTF">2026-07-01T08:44:13Z</dcterms:modified>
</cp:coreProperties>
</file>