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de-DE"/>
    </a:defPPr>
    <a:lvl1pPr marL="0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1pPr>
    <a:lvl2pPr marL="307238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2pPr>
    <a:lvl3pPr marL="614477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3pPr>
    <a:lvl4pPr marL="921715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4pPr>
    <a:lvl5pPr marL="1228954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5pPr>
    <a:lvl6pPr marL="1536192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6pPr>
    <a:lvl7pPr marL="1843430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7pPr>
    <a:lvl8pPr marL="2150669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8pPr>
    <a:lvl9pPr marL="2457907" algn="l" defTabSz="614477" rtl="0" eaLnBrk="1" latinLnBrk="0" hangingPunct="1">
      <a:defRPr sz="121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F839AF-C4C1-32C5-5DC6-AAEF6C7D3C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632D4C4-E2EC-08B1-0A40-70560E1702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440"/>
            </a:lvl1pPr>
            <a:lvl2pPr marL="274320" indent="0" algn="ctr">
              <a:buNone/>
              <a:defRPr sz="1200"/>
            </a:lvl2pPr>
            <a:lvl3pPr marL="548640" indent="0" algn="ctr">
              <a:buNone/>
              <a:defRPr sz="1080"/>
            </a:lvl3pPr>
            <a:lvl4pPr marL="822960" indent="0" algn="ctr">
              <a:buNone/>
              <a:defRPr sz="960"/>
            </a:lvl4pPr>
            <a:lvl5pPr marL="1097280" indent="0" algn="ctr">
              <a:buNone/>
              <a:defRPr sz="960"/>
            </a:lvl5pPr>
            <a:lvl6pPr marL="1371600" indent="0" algn="ctr">
              <a:buNone/>
              <a:defRPr sz="960"/>
            </a:lvl6pPr>
            <a:lvl7pPr marL="1645920" indent="0" algn="ctr">
              <a:buNone/>
              <a:defRPr sz="960"/>
            </a:lvl7pPr>
            <a:lvl8pPr marL="1920240" indent="0" algn="ctr">
              <a:buNone/>
              <a:defRPr sz="960"/>
            </a:lvl8pPr>
            <a:lvl9pPr marL="2194560" indent="0" algn="ctr">
              <a:buNone/>
              <a:defRPr sz="96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C5D034-176B-84DB-2C55-5DFE6D9EC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3AB7C6-B84E-5F88-096E-91DBF38B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57A27E-517D-732B-BEFF-A3552D3B4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4349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A1D1C2-F456-96DA-A0CB-D243366B9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CAC7D2-1B62-C036-38BD-3A654547A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B93466-2242-6F8A-048D-3090AF876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0EE4EF-61E1-6696-5CE6-8654C3AD3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3E28F8-CD53-8291-E509-F46212B2B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8933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43550E-C922-1510-6B82-51F3BDA30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8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12D192B-25D5-4E70-6027-E788E7EC0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8"/>
          </a:xfrm>
        </p:spPr>
        <p:txBody>
          <a:bodyPr/>
          <a:lstStyle>
            <a:lvl1pPr marL="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1pPr>
            <a:lvl2pPr marL="27432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2pPr>
            <a:lvl3pPr marL="548640" indent="0">
              <a:buNone/>
              <a:defRPr sz="1080">
                <a:solidFill>
                  <a:schemeClr val="tx1">
                    <a:tint val="82000"/>
                  </a:schemeClr>
                </a:solidFill>
              </a:defRPr>
            </a:lvl3pPr>
            <a:lvl4pPr marL="8229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4pPr>
            <a:lvl5pPr marL="109728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5pPr>
            <a:lvl6pPr marL="137160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6pPr>
            <a:lvl7pPr marL="164592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7pPr>
            <a:lvl8pPr marL="192024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8pPr>
            <a:lvl9pPr marL="21945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D53759-FAA1-A702-CBCD-F7AD10FA1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AB352B-180B-DD7F-65D5-5312EC3A6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402C9F7-8D68-B857-81D2-F630EFA51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9053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4947CE-3865-CBE0-CD3F-564F8B121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8CA721-989A-09B1-DE7E-7B15DE9EF4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8465D31-F78A-C2F0-F970-A1F1F72C48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AC35863-872A-F094-971D-CFEACD5F5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901A54A-E929-36E2-8927-D513820F8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8F1D34-CF1D-3B64-0E0C-B5454AAD9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0771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12AC80-4FCC-2D0C-390F-B34EE2BA5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6C86E1-2098-9E2A-29AA-CAA92EAC29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2"/>
            <a:ext cx="5157787" cy="823913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43E4A0D-CFC4-9E46-D328-78261CB69B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F31D432-B50C-D399-AD06-6972A220EE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2"/>
            <a:ext cx="5183188" cy="823913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18F2F4A-7F5D-C3F8-9459-F559B32C22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4B2DC3D-B732-4789-45BC-348E40556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F38AAB4-7EEE-3A68-89F3-2C31551E6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80EAE39-1056-15FC-4B59-52004A0B0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5183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70589E-C62C-47B4-1D36-2CAEAF9CB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C4D28B7-7E92-A924-ADF8-179CDB334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1BC058-E6BB-9A2A-547F-E594BB37E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75FFCB3-3C79-A285-6E93-2EFC9DFD5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86148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1DBA8D4-3C2D-AED4-1FD0-76012E795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B952D3A-DF6D-1450-9F88-1D4AD8622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471235-4A97-614E-9E70-FA87C250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9378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09C930-D02F-C1CD-83BB-FF385ABD0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B47EBE-D40E-9A4E-2963-BB6D6B46B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1920"/>
            </a:lvl1pPr>
            <a:lvl2pPr>
              <a:defRPr sz="1680"/>
            </a:lvl2pPr>
            <a:lvl3pPr>
              <a:defRPr sz="144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98C3AE8-3814-FAF0-F9CC-AE717BA2D6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6986A6E-E778-A0AB-B01A-4E1F0CA5C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2DD5ECF-9673-C89B-E6B6-B6EF3036E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CAF7B77-CF48-9C4C-CBD8-D3AFD4C69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4043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733C37-925D-D45C-51EE-443C12C90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85CF806-8BAD-D34D-A6D2-E1C31B765A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1920"/>
            </a:lvl1pPr>
            <a:lvl2pPr marL="274320" indent="0">
              <a:buNone/>
              <a:defRPr sz="1680"/>
            </a:lvl2pPr>
            <a:lvl3pPr marL="548640" indent="0">
              <a:buNone/>
              <a:defRPr sz="1440"/>
            </a:lvl3pPr>
            <a:lvl4pPr marL="822960" indent="0">
              <a:buNone/>
              <a:defRPr sz="1200"/>
            </a:lvl4pPr>
            <a:lvl5pPr marL="1097280" indent="0">
              <a:buNone/>
              <a:defRPr sz="1200"/>
            </a:lvl5pPr>
            <a:lvl6pPr marL="1371600" indent="0">
              <a:buNone/>
              <a:defRPr sz="1200"/>
            </a:lvl6pPr>
            <a:lvl7pPr marL="1645920" indent="0">
              <a:buNone/>
              <a:defRPr sz="1200"/>
            </a:lvl7pPr>
            <a:lvl8pPr marL="1920240" indent="0">
              <a:buNone/>
              <a:defRPr sz="1200"/>
            </a:lvl8pPr>
            <a:lvl9pPr marL="2194560" indent="0">
              <a:buNone/>
              <a:defRPr sz="12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859B268-9160-C9AE-0FB9-251A8D9649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692C52-4210-A024-DB67-50854B50B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25BF8B-A38C-7997-714E-B25F8928D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ED88116-CBFA-FD1D-C90F-2005CAC16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2861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82612E-EFD9-0B10-6ED3-89A42CAE7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E20EF3-233B-3979-4EC8-1085852E8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2A5928-6D38-72A4-DECF-CEAEB3789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C0ADD8-3279-F4C6-5DC2-01095FAA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25037E-04F0-F106-6F7E-323362DA8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6858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0B2DCC1-A849-647E-6FB1-47B04E4898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16C4B5F-7907-9255-5C90-96D88CBB7F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9A9AE2-B6A3-8316-AC74-1D42D0E37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BA1140C-A506-9926-9004-2D773CF1B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287C2D-1D15-F63C-E231-E67C2D00A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92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D499B2E-018E-D617-F076-43C37D758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41CCBC1-68A6-EB3B-DBB9-F56DCD346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51BE250-EFA9-6CAE-2D3E-753E2738B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BCCBE-FFF1-4213-A060-BD0744E7F377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2F8F37-D300-9F77-B6AA-A6C43E347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F7B7AC-34BB-7A26-3ADF-E0F4F02AEE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1B2D6F-A1C6-4069-816D-FEC1538C4AD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8285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48640" rtl="0" eaLnBrk="1" latinLnBrk="0" hangingPunct="1">
        <a:lnSpc>
          <a:spcPct val="90000"/>
        </a:lnSpc>
        <a:spcBef>
          <a:spcPct val="0"/>
        </a:spcBef>
        <a:buNone/>
        <a:defRPr sz="2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54864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6459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1945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7FA4837-2AB5-49DA-E955-094A22087D26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87F5709-E693-C8A8-0884-BEE14B770BC0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756B358-1BCC-D4B4-F60F-3F0213E53B1E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UAOS / Universal Arranger OS - Businessplan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B25A530-1453-3EAE-DCE4-44BD91625328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Jobcenter-only Unterlage vom 01.07.2026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Lokaler Projektstand für Prüfung und Gespräch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Keine Veröffentlichung, kein Deploy, kein Payment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BB1AE4B-3CAD-DCC2-DE03-DC1BBB19884B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1607655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D75EB2B-772E-2617-BC84-CAF476FAB873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C811356-8EA9-4E0E-955D-0BEF79EFCDD7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B0D2C68-50E2-E251-A497-70EE06BC84B9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Kurzbeschreibung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5C4749-754F-6D6E-3DA7-FE1A6E392F33}"/>
              </a:ext>
            </a:extLst>
          </p:cNvPr>
          <p:cNvSpPr txBox="1"/>
          <p:nvPr/>
        </p:nvSpPr>
        <p:spPr>
          <a:xfrm>
            <a:off x="889000" y="1854200"/>
            <a:ext cx="10160000" cy="1959511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UAOS ist ein lokales Softwareprojekt für musikalische Arbeitsabläufe und Arrangement-Planung.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Die Präsentation zeigt einen dokumentierten, nicht öffentlichen Projektstand.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Der Fokus liegt auf Nachvollziehbarkeit, Prüfung und geordneter Weiterentwicklung.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F28F948-6844-C7D9-A065-50AB64020D1F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3775371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8DA7DF2-D6E1-E8FC-C466-427A68966EB3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9CFDB78-6C54-4281-ECE5-5DB981C6B20B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8FB7D56-8022-704B-9DEF-82D61B778F66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Aktueller Projektstand zum 01.07.2026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92590CA-D159-6DC0-74B1-B8D123F7A2CD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Lokaler Prototyp und Evidence Pack sind vorhanden.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Öffentliche Veröffentlichung wurde nicht freigegeben.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Kein Push, kein Upload, kein Deploy und kein Vercel.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F32024A-64D9-4B23-5061-B15D96ABEAA0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516067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F9EA6ED-5A95-B742-7E2B-6BD017F5A300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AD1EC79-BC7F-E26D-B2F6-AB16E73B31AF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E7E8609-E43C-4C18-8E42-8DC3DD709473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Bisherige Eigenleistung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3304478-8CBF-2836-F7F5-4B2D87F3C343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Der Projektstand wurde eigenständig aufgebaut, geordnet und dokumentiert.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Dazu gehören lokale Struktur, QA-Prüfung, Businessplan und Nachweisdateien.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Die Arbeit zeigt zuverlässige Projektorganisation und technische Lernleistung.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214DFBD-437A-73C0-56EB-0D2EF47FAAC6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9845263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A2DC1C0-57C5-B925-7AAE-DE09B995908D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BDF9B67-44D6-492F-34F5-02452FA9F5D1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1C4122C-4569-9AAE-FBCB-201C5C727769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Bedarf an Arbeitsmitteln: Laptop / Workstation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0BEC9D3-CF5E-8A0F-7EB9-51285B7AC3E8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Ein geeignetes Arbeitsgerät wird für lokale Entwicklung, Tests und Dokumentation benötigt.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Stabile Hardware ist wichtig für PDF/PPT-Unterlagen, QA-Berichte und Review-Prozesse.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Ohne zuverlässiges Arbeitsmittel bleiben nächste Schritte deutlich eingeschränkt.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6072278-01B5-4597-B02F-C4D414754DEB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2208360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6965727D-D104-C4B6-A39A-74923B196A82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0DC2ABA-E07E-2155-7A81-2DE69F67F694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0AC59B0-DF5E-3483-1D3D-744B11093D55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Geplante nächste Entwicklungsschritte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29BCCDE-56B1-C3A8-7360-C04E007EAA6C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Manuelle Jobcenter-Prüfung dieser Unterlagen.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Fortgesetzte lokale Entwicklung ohne Keyboard-Ausgabe oder Transfer.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Weitere sichere Dokumentation und technische Prüfung vor späteren Freigaben.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D57DB84-FAC7-2509-609A-29DB4A74AA4E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3181451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0060B02E-1B84-E3A0-1F51-DDF5038FE643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413D600-715B-34C4-8928-3205F045CFA7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BA4040-12F5-EF0F-A893-B749FD29530A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Lokaler Nachweisstand / Evidence Pack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5EBF3B6-B368-3403-AECC-6F943558FA7E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Businessplan, Präsentation, Statusdateien und lokale QA-Ergebnisse liegen vor.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Die Unterlagen bleiben lokal und enthalten keinen Weblink.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Der Nachweisstand ist für eine nachvollziehbare Prüfung vorbereitet.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445B823-F430-1B93-E031-EA4055C38AEF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702181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F38666E8-F0BB-F5D0-E303-083C47DA91DD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F94DA55-5E5D-4161-2850-58FC183E496F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A140A97-383B-5D59-17C4-FE15FD05BBA2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Risiken und klare Abgrenzung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3B785B0-681C-9284-F482-74FB936254EF}"/>
              </a:ext>
            </a:extLst>
          </p:cNvPr>
          <p:cNvSpPr txBox="1"/>
          <p:nvPr/>
        </p:nvSpPr>
        <p:spPr>
          <a:xfrm>
            <a:off x="889000" y="1854200"/>
            <a:ext cx="10160000" cy="1959511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Nicht für produktiven Einsatz freigegeben.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Kein Zahlungssystem, kein Deploy und keine öffentliche Projektfreigabe.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Keine Keyboard-native Ausgabe, kein Keyboard Transfer und keine Hardware-Übertragung.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4BD6908-A236-7123-AAC9-7B737EACC258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2988176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50C8F7B-3C40-CE42-6640-AB7C7EB8059A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11233E4-6B44-52F7-4F5F-AC035D66EEB4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75966BB-8759-4FE1-5CD3-6A438EC51DBC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Projekt-Monitor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645D7BC-B90A-4070-7EA4-40F03BA1AF19}"/>
              </a:ext>
            </a:extLst>
          </p:cNvPr>
          <p:cNvSpPr txBox="1"/>
          <p:nvPr/>
        </p:nvSpPr>
        <p:spPr>
          <a:xfrm>
            <a:off x="889000" y="1854200"/>
            <a:ext cx="10160000" cy="283667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Projekt-Monitor: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Der Projekt-Monitor ist vorgesehen und wird nach technischer Freigabe separat nachgereicht.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Status: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Derzeit wird kein öffentlicher Projektlink als aktiver Nachweis verwendet. Es wurde kein Push, kein Upload und kein Deploy freigegeben.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2AD4B49-A47A-E7AF-8C84-2132EFE57D98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971877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42705FD-FE63-8499-3E93-AF7617FE922C}"/>
              </a:ext>
            </a:extLst>
          </p:cNvPr>
          <p:cNvSpPr/>
          <p:nvPr/>
        </p:nvSpPr>
        <p:spPr>
          <a:xfrm>
            <a:off x="0" y="0"/>
            <a:ext cx="12192000" cy="127000"/>
          </a:xfrm>
          <a:prstGeom prst="rect">
            <a:avLst/>
          </a:prstGeom>
          <a:solidFill>
            <a:srgbClr val="71B33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4BB1C4-FC55-36E3-2998-3516FFE929E3}"/>
              </a:ext>
            </a:extLst>
          </p:cNvPr>
          <p:cNvSpPr/>
          <p:nvPr/>
        </p:nvSpPr>
        <p:spPr>
          <a:xfrm>
            <a:off x="0" y="127000"/>
            <a:ext cx="203200" cy="6731000"/>
          </a:xfrm>
          <a:prstGeom prst="rect">
            <a:avLst/>
          </a:prstGeom>
          <a:solidFill>
            <a:srgbClr val="0606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2AE3D84-F9EC-ACC5-46D5-47736078EFDC}"/>
              </a:ext>
            </a:extLst>
          </p:cNvPr>
          <p:cNvSpPr txBox="1"/>
          <p:nvPr/>
        </p:nvSpPr>
        <p:spPr>
          <a:xfrm>
            <a:off x="685800" y="533400"/>
            <a:ext cx="10718800" cy="651460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2900" b="1">
                <a:solidFill>
                  <a:srgbClr val="FFFFFF"/>
                </a:solidFill>
                <a:latin typeface="Arial" panose="020B0604020202020204" pitchFamily="34" charset="0"/>
              </a:rPr>
              <a:t>Zusammenfassung / Gesprächswunsch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1091DAA-0F8B-8046-8FA9-2EEF86684B3A}"/>
              </a:ext>
            </a:extLst>
          </p:cNvPr>
          <p:cNvSpPr txBox="1"/>
          <p:nvPr/>
        </p:nvSpPr>
        <p:spPr>
          <a:xfrm>
            <a:off x="889000" y="1854200"/>
            <a:ext cx="10160000" cy="1667123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UAOS ist als lokales Entwicklungsprojekt mit klaren Grenzen dokumentiert.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Die Unterstützung betrifft Arbeitsmittel und weitere strukturierte Prüfung.</a:t>
            </a:r>
          </a:p>
          <a:p>
            <a:endParaRPr lang="de-DE" sz="1900">
              <a:solidFill>
                <a:srgbClr val="E6E6E6"/>
              </a:solidFill>
              <a:latin typeface="Arial" panose="020B0604020202020204" pitchFamily="34" charset="0"/>
            </a:endParaRPr>
          </a:p>
          <a:p>
            <a:r>
              <a:rPr lang="de-DE" sz="1900">
                <a:solidFill>
                  <a:srgbClr val="E6E6E6"/>
                </a:solidFill>
                <a:latin typeface="Arial" panose="020B0604020202020204" pitchFamily="34" charset="0"/>
              </a:rPr>
              <a:t>• Gewünscht ist ein Gespräch über die nächsten sicheren lokalen Entwicklungsschritte.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0304F70-E2FE-A310-7E41-FBBFBA99E8DD}"/>
              </a:ext>
            </a:extLst>
          </p:cNvPr>
          <p:cNvSpPr txBox="1"/>
          <p:nvPr/>
        </p:nvSpPr>
        <p:spPr>
          <a:xfrm>
            <a:off x="685800" y="6197600"/>
            <a:ext cx="10820400" cy="343684"/>
          </a:xfrm>
          <a:prstGeom prst="rect">
            <a:avLst/>
          </a:prstGeom>
          <a:noFill/>
        </p:spPr>
        <p:txBody>
          <a:bodyPr vert="horz" lIns="127000" tIns="101600" rIns="127000" bIns="101600" rtlCol="0">
            <a:spAutoFit/>
          </a:bodyPr>
          <a:lstStyle/>
          <a:p>
            <a:r>
              <a:rPr lang="de-DE" sz="900">
                <a:solidFill>
                  <a:srgbClr val="B0B0B0"/>
                </a:solidFill>
                <a:latin typeface="Arial" panose="020B0604020202020204" pitchFamily="34" charset="0"/>
              </a:rPr>
              <a:t>LOCAL ONLY | JOBCENTER ONLY | NO PUSH | NO DEPLOY | NO VERCEL | NO PAYMENT | NO KEYBOARD OUTPUT</a:t>
            </a:r>
          </a:p>
        </p:txBody>
      </p:sp>
    </p:spTree>
    <p:extLst>
      <p:ext uri="{BB962C8B-B14F-4D97-AF65-F5344CB8AC3E}">
        <p14:creationId xmlns:p14="http://schemas.microsoft.com/office/powerpoint/2010/main" val="1926392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566</Words>
  <Application>Microsoft Office PowerPoint</Application>
  <PresentationFormat>Benutzerdefiniert</PresentationFormat>
  <Paragraphs>72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sari m</dc:creator>
  <cp:lastModifiedBy>sari m</cp:lastModifiedBy>
  <cp:revision>1</cp:revision>
  <dcterms:created xsi:type="dcterms:W3CDTF">2026-07-01T09:18:06Z</dcterms:created>
  <dcterms:modified xsi:type="dcterms:W3CDTF">2026-07-01T09:18:06Z</dcterms:modified>
</cp:coreProperties>
</file>