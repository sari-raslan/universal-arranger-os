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FC2EEB-53AB-9F2A-7448-EBD8FDFC0B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B2940A3-CFA8-0DF1-C883-738B7E0DB6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96837B-43B7-5269-CE78-899877C1B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36E84-F513-4CB2-81BA-0CDA75075C10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F0EC308-3CF5-E1C8-4F2B-C7AC9B457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3A22DE-2880-1C70-221F-08704F56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6FD95-9B81-445F-9CAB-96443655A4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7145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43B813-974F-F33A-F7D5-46D087D1C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B29916-BE7F-C9D6-BCFA-34056FA9A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77DDF7-538F-3090-9225-BF4E55C99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36E84-F513-4CB2-81BA-0CDA75075C10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67D6826-ACDA-0E30-70F8-A94C52E39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FEC71C8-F357-7BB7-0EA7-7805D6A7D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6FD95-9B81-445F-9CAB-96443655A4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35134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432B92-ECC9-4326-8636-92326F96C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B936121-C978-A8B6-CBF6-EC3EDBE9D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A81FE86-509B-9904-4658-31BBCADEF2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36E84-F513-4CB2-81BA-0CDA75075C10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E29B2ED-D982-20AC-A4B6-10B415DEE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BD132A0-A3D3-8D7D-67A6-1A19CB3B9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6FD95-9B81-445F-9CAB-96443655A4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0175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3218A8-AEC9-D7FC-0819-F7BA9533D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0380A80-9999-F6A9-B78D-1555719A0A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C0614ED-69B4-A439-CAEF-AEAEE805C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D9893DB-A412-0975-3A90-233ABD6AC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36E84-F513-4CB2-81BA-0CDA75075C10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06C03F-2734-5BAD-6A8E-212D0D6FC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8DFBEBB-70DD-A6D1-6B9E-63F833751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6FD95-9B81-445F-9CAB-96443655A4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7306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001405-33EC-C962-9210-D04EBC2287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677BB95-693F-9AD4-35B0-B8A9F6F72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28894FD-8897-C4E2-140C-19DF4DA8A9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054A1F42-3646-BC79-98DE-AAE2CB5115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4096381-81F0-E8B6-0068-AACEC820B4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2A143C19-6C46-8014-7A40-75B6CBCEA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36E84-F513-4CB2-81BA-0CDA75075C10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AC987167-8211-925D-601D-94291653F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8D06792-4FC1-3658-6A33-C021B5AA5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6FD95-9B81-445F-9CAB-96443655A4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6880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37D918-4480-C40F-B88D-2AF993D22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416B394-72ED-BFF5-E29E-55B49EB56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36E84-F513-4CB2-81BA-0CDA75075C10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7A9EEC1-89A3-939F-BCEB-3337CFFDC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C392B8-60FD-7EA4-2571-3F96F6034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6FD95-9B81-445F-9CAB-96443655A4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5103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2290C53-27A0-AB3A-D1F2-760B9A5F7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36E84-F513-4CB2-81BA-0CDA75075C10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39FB212-9C60-685C-0A0F-B698BB796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8F59F24-2FB7-0DA2-716C-03962E9FB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6FD95-9B81-445F-9CAB-96443655A4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222313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AC6C88-A12E-D6B5-319B-6A04797D07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0D888A-EF1D-9C18-B159-265A46754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C79D6C1-B89B-0F45-BD63-005CEDD6FF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9EE7A2F-2270-B11B-1E9A-814AE050E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36E84-F513-4CB2-81BA-0CDA75075C10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68FF066-BC6B-F62B-B265-F865C66AC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9630937-5E23-B2E5-3B0D-03ADB8AD3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6FD95-9B81-445F-9CAB-96443655A4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35990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F1B69F-7324-7130-F3BC-D46420A78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54B5315-59B1-9EF3-C4B1-80EDE1B662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C98443D-7FBE-E026-6F2F-CDACBE49CC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A1C0707-B1CB-7107-76C8-93EF8D9BF8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36E84-F513-4CB2-81BA-0CDA75075C10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65B689F-0CEC-E381-FF27-7DC0C8BAD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B55640E-0C5E-6EEC-C5EF-5A62AFC5A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6FD95-9B81-445F-9CAB-96443655A4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9669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2AD9B6-6607-910B-343B-8E66436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1789D03-E697-702F-9CAF-D624476D75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D01331D-16FA-9526-55AF-4D6108930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36E84-F513-4CB2-81BA-0CDA75075C10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94D0225-9270-3B94-C786-FAE9BEB9D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CED1C7F-C9F8-BAE9-ABDA-D35B88315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6FD95-9B81-445F-9CAB-96443655A4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31710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30F9EAF1-4C28-6DE5-126B-602C9ECD9C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D3CA098-F4C6-435B-8DA9-B27A8BBD49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A1195A-CB59-D1FE-BBD4-0F05F76E1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A36E84-F513-4CB2-81BA-0CDA75075C10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BB0923-8D97-7AA5-91E4-D3D52847E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C6BB32-99B9-AD52-082B-F3B028A4A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6FD95-9B81-445F-9CAB-96443655A4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9954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A3BBA4F-8004-E0D9-05CE-7DEE94B08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A5C8455-3525-CA15-7C22-57C922D96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A1CBA24-CDCD-FD97-7292-D8818E4D57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A36E84-F513-4CB2-81BA-0CDA75075C10}" type="datetimeFigureOut">
              <a:rPr lang="de-DE" smtClean="0"/>
              <a:t>01.07.2026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B0F28E2-1F11-A323-53AD-ED5C7D78B9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F74DEC-3E58-1485-B54F-C09DF3791E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A6FD95-9B81-445F-9CAB-96443655A44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2673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A3039AE1-C99D-C551-44E2-3B7119A22E06}"/>
              </a:ext>
            </a:extLst>
          </p:cNvPr>
          <p:cNvSpPr txBox="1"/>
          <p:nvPr/>
        </p:nvSpPr>
        <p:spPr>
          <a:xfrm>
            <a:off x="533400" y="431800"/>
            <a:ext cx="110744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de-DE" sz="2800" b="1">
                <a:solidFill>
                  <a:srgbClr val="313131"/>
                </a:solidFill>
                <a:latin typeface="Arial" panose="020B0604020202020204" pitchFamily="34" charset="0"/>
              </a:rPr>
              <a:t>UAOS / Universal Arranger OS - Businessplan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B87C6AD1-2747-2A61-E78F-5BBE97E5BACC}"/>
              </a:ext>
            </a:extLst>
          </p:cNvPr>
          <p:cNvSpPr txBox="1"/>
          <p:nvPr/>
        </p:nvSpPr>
        <p:spPr>
          <a:xfrm>
            <a:off x="914400" y="1574800"/>
            <a:ext cx="10414000" cy="1036181"/>
          </a:xfrm>
          <a:prstGeom prst="rect">
            <a:avLst/>
          </a:prstGeom>
          <a:noFill/>
        </p:spPr>
        <p:txBody>
          <a:bodyPr vert="horz" lIns="101600" tIns="101600" rIns="101600" bIns="101600" rtlCol="0">
            <a:spAutoFit/>
          </a:bodyPr>
          <a:lstStyle/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Jobcenter-only Unterlage vom 01.07.2026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Lokaler, nicht ver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أ¶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ffentlichter Projektstand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Kein Push, kein Upload, kein Deploy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B1F0D23-4A2D-8CF0-D683-D78355C12D65}"/>
              </a:ext>
            </a:extLst>
          </p:cNvPr>
          <p:cNvSpPr txBox="1"/>
          <p:nvPr/>
        </p:nvSpPr>
        <p:spPr>
          <a:xfrm>
            <a:off x="533400" y="6426200"/>
            <a:ext cx="110744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737373"/>
                </a:solidFill>
                <a:latin typeface="Arial" panose="020B0604020202020204" pitchFamily="34" charset="0"/>
              </a:rPr>
              <a:t>LOCAL ONLY - JOBCENTER ONLY - NO PUSH / NO DEPLOY / NO VERCEL / NO PAYMENT</a:t>
            </a:r>
            <a:endParaRPr lang="de-DE" sz="900">
              <a:solidFill>
                <a:srgbClr val="737373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3478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5DD92308-8DF6-5D8C-5B6C-E70F830B5200}"/>
              </a:ext>
            </a:extLst>
          </p:cNvPr>
          <p:cNvSpPr txBox="1"/>
          <p:nvPr/>
        </p:nvSpPr>
        <p:spPr>
          <a:xfrm>
            <a:off x="533400" y="431800"/>
            <a:ext cx="110744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de-DE" sz="2800" b="1">
                <a:solidFill>
                  <a:srgbClr val="313131"/>
                </a:solidFill>
                <a:latin typeface="Arial" panose="020B0604020202020204" pitchFamily="34" charset="0"/>
              </a:rPr>
              <a:t>Kurzbeschreibung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C2CDA1E9-A8E0-97C3-5772-895BE86F8C0A}"/>
              </a:ext>
            </a:extLst>
          </p:cNvPr>
          <p:cNvSpPr txBox="1"/>
          <p:nvPr/>
        </p:nvSpPr>
        <p:spPr>
          <a:xfrm>
            <a:off x="914400" y="1574800"/>
            <a:ext cx="10414000" cy="1313180"/>
          </a:xfrm>
          <a:prstGeom prst="rect">
            <a:avLst/>
          </a:prstGeom>
          <a:noFill/>
        </p:spPr>
        <p:txBody>
          <a:bodyPr vert="horz" lIns="101600" tIns="101600" rIns="101600" bIns="101600" rtlCol="0">
            <a:spAutoFit/>
          </a:bodyPr>
          <a:lstStyle/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UAOS unterst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أ¼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tzt musikalische Arbeitsabl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أ¤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ufe, Arrangement-Planung und strukturierte Projektentwicklung.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Der aktuelle Stand ist ein lokaler Prototyp mit Evidence-Pack und QA-Pr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أ¼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fungen.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Die Unterlage dient der Beratung und nachvollziehbaren Projektpr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أ¼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fung.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94836EDB-59C6-A889-561A-35A70BCED0B4}"/>
              </a:ext>
            </a:extLst>
          </p:cNvPr>
          <p:cNvSpPr txBox="1"/>
          <p:nvPr/>
        </p:nvSpPr>
        <p:spPr>
          <a:xfrm>
            <a:off x="533400" y="6426200"/>
            <a:ext cx="110744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737373"/>
                </a:solidFill>
                <a:latin typeface="Arial" panose="020B0604020202020204" pitchFamily="34" charset="0"/>
              </a:rPr>
              <a:t>LOCAL ONLY - JOBCENTER ONLY - NO PUSH / NO DEPLOY / NO VERCEL / NO PAYMENT</a:t>
            </a:r>
            <a:endParaRPr lang="de-DE" sz="900">
              <a:solidFill>
                <a:srgbClr val="737373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76895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8278C57-D2A7-D898-D1A0-B831FC7EE2E1}"/>
              </a:ext>
            </a:extLst>
          </p:cNvPr>
          <p:cNvSpPr txBox="1"/>
          <p:nvPr/>
        </p:nvSpPr>
        <p:spPr>
          <a:xfrm>
            <a:off x="533400" y="431800"/>
            <a:ext cx="110744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de-DE" sz="2800" b="1">
                <a:solidFill>
                  <a:srgbClr val="313131"/>
                </a:solidFill>
                <a:latin typeface="Arial" panose="020B0604020202020204" pitchFamily="34" charset="0"/>
              </a:rPr>
              <a:t>Aktueller Projektstand zum 01.07.2026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BFA88A1-38DC-B354-AB0E-93014FBD7FD3}"/>
              </a:ext>
            </a:extLst>
          </p:cNvPr>
          <p:cNvSpPr txBox="1"/>
          <p:nvPr/>
        </p:nvSpPr>
        <p:spPr>
          <a:xfrm>
            <a:off x="914400" y="1574800"/>
            <a:ext cx="10414000" cy="1036181"/>
          </a:xfrm>
          <a:prstGeom prst="rect">
            <a:avLst/>
          </a:prstGeom>
          <a:noFill/>
        </p:spPr>
        <p:txBody>
          <a:bodyPr vert="horz" lIns="101600" tIns="101600" rIns="101600" bIns="101600" rtlCol="0">
            <a:spAutoFit/>
          </a:bodyPr>
          <a:lstStyle/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Lokaler Prototyp und lokale Projektstruktur sind vorhanden.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Evidence-Pack und Review-Unterlagen sind vorbereitet.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أ–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ffentliche Freigabe, Payment, Deployment und Keyboard-Ausgabe sind nicht freigegeben.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0358CE3-42AC-1E31-41D9-27FF9D65C4BD}"/>
              </a:ext>
            </a:extLst>
          </p:cNvPr>
          <p:cNvSpPr txBox="1"/>
          <p:nvPr/>
        </p:nvSpPr>
        <p:spPr>
          <a:xfrm>
            <a:off x="533400" y="6426200"/>
            <a:ext cx="110744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737373"/>
                </a:solidFill>
                <a:latin typeface="Arial" panose="020B0604020202020204" pitchFamily="34" charset="0"/>
              </a:rPr>
              <a:t>LOCAL ONLY - JOBCENTER ONLY - NO PUSH / NO DEPLOY / NO VERCEL / NO PAYMENT</a:t>
            </a:r>
            <a:endParaRPr lang="de-DE" sz="900">
              <a:solidFill>
                <a:srgbClr val="737373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5216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495742A-8BAC-0153-FB9E-67CA2F41BFB1}"/>
              </a:ext>
            </a:extLst>
          </p:cNvPr>
          <p:cNvSpPr txBox="1"/>
          <p:nvPr/>
        </p:nvSpPr>
        <p:spPr>
          <a:xfrm>
            <a:off x="533400" y="431800"/>
            <a:ext cx="110744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de-DE" sz="2800" b="1">
                <a:solidFill>
                  <a:srgbClr val="313131"/>
                </a:solidFill>
                <a:latin typeface="Arial" panose="020B0604020202020204" pitchFamily="34" charset="0"/>
              </a:rPr>
              <a:t>Bisherige Eigenleistung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FC4E4B7-CC33-6C84-BC4C-E165C7783A83}"/>
              </a:ext>
            </a:extLst>
          </p:cNvPr>
          <p:cNvSpPr txBox="1"/>
          <p:nvPr/>
        </p:nvSpPr>
        <p:spPr>
          <a:xfrm>
            <a:off x="914400" y="1574800"/>
            <a:ext cx="10414000" cy="1036181"/>
          </a:xfrm>
          <a:prstGeom prst="rect">
            <a:avLst/>
          </a:prstGeom>
          <a:noFill/>
        </p:spPr>
        <p:txBody>
          <a:bodyPr vert="horz" lIns="101600" tIns="101600" rIns="101600" bIns="101600" rtlCol="0">
            <a:spAutoFit/>
          </a:bodyPr>
          <a:lstStyle/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Aufbau der lokalen Projektstruktur und Dokumentation.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Erstellung von Businessplan, Statusdateien, QA-Pr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أ¼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fungen und Evidence-Unterlagen.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Klare Sicherheitsgrenzen f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أ¼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r lokale Pr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أ¼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fung und weitere Entwicklung.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321449-831E-4FCD-6524-3EB13727D202}"/>
              </a:ext>
            </a:extLst>
          </p:cNvPr>
          <p:cNvSpPr txBox="1"/>
          <p:nvPr/>
        </p:nvSpPr>
        <p:spPr>
          <a:xfrm>
            <a:off x="533400" y="6426200"/>
            <a:ext cx="110744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737373"/>
                </a:solidFill>
                <a:latin typeface="Arial" panose="020B0604020202020204" pitchFamily="34" charset="0"/>
              </a:rPr>
              <a:t>LOCAL ONLY - JOBCENTER ONLY - NO PUSH / NO DEPLOY / NO VERCEL / NO PAYMENT</a:t>
            </a:r>
            <a:endParaRPr lang="de-DE" sz="900">
              <a:solidFill>
                <a:srgbClr val="737373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1118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D63EE78-1590-C0B1-260E-87F62D99DEE9}"/>
              </a:ext>
            </a:extLst>
          </p:cNvPr>
          <p:cNvSpPr txBox="1"/>
          <p:nvPr/>
        </p:nvSpPr>
        <p:spPr>
          <a:xfrm>
            <a:off x="533400" y="431800"/>
            <a:ext cx="110744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de-DE" sz="2800" b="1">
                <a:solidFill>
                  <a:srgbClr val="313131"/>
                </a:solidFill>
                <a:latin typeface="Arial" panose="020B0604020202020204" pitchFamily="34" charset="0"/>
              </a:rPr>
              <a:t>Bedarf an Arbeitsmitteln: Laptop / Workstation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5AD547A-EBBE-2E07-01F8-5BBFB543793C}"/>
              </a:ext>
            </a:extLst>
          </p:cNvPr>
          <p:cNvSpPr txBox="1"/>
          <p:nvPr/>
        </p:nvSpPr>
        <p:spPr>
          <a:xfrm>
            <a:off x="914400" y="1574800"/>
            <a:ext cx="10414000" cy="1036181"/>
          </a:xfrm>
          <a:prstGeom prst="rect">
            <a:avLst/>
          </a:prstGeom>
          <a:noFill/>
        </p:spPr>
        <p:txBody>
          <a:bodyPr vert="horz" lIns="101600" tIns="101600" rIns="101600" bIns="101600" rtlCol="0">
            <a:spAutoFit/>
          </a:bodyPr>
          <a:lstStyle/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Verl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أ¤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ssliche lokale Entwicklungs- und Testumgebung.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Stabile Bearbeitung von Projektdateien, PDF/PPT-Unterlagen und QA-Berichten.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Grundlage f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أ¼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r Beratung, Qualifizierung und dokumentierten Projektfortschritt.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28012B8-F8B9-DE53-47CD-CEFC620552A1}"/>
              </a:ext>
            </a:extLst>
          </p:cNvPr>
          <p:cNvSpPr txBox="1"/>
          <p:nvPr/>
        </p:nvSpPr>
        <p:spPr>
          <a:xfrm>
            <a:off x="533400" y="6426200"/>
            <a:ext cx="110744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737373"/>
                </a:solidFill>
                <a:latin typeface="Arial" panose="020B0604020202020204" pitchFamily="34" charset="0"/>
              </a:rPr>
              <a:t>LOCAL ONLY - JOBCENTER ONLY - NO PUSH / NO DEPLOY / NO VERCEL / NO PAYMENT</a:t>
            </a:r>
            <a:endParaRPr lang="de-DE" sz="900">
              <a:solidFill>
                <a:srgbClr val="737373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777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4701090-F94B-6968-9F9B-9A1B21069EDA}"/>
              </a:ext>
            </a:extLst>
          </p:cNvPr>
          <p:cNvSpPr txBox="1"/>
          <p:nvPr/>
        </p:nvSpPr>
        <p:spPr>
          <a:xfrm>
            <a:off x="533400" y="431800"/>
            <a:ext cx="110744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de-DE" sz="2800" b="1">
                <a:solidFill>
                  <a:srgbClr val="313131"/>
                </a:solidFill>
                <a:latin typeface="Arial" panose="020B0604020202020204" pitchFamily="34" charset="0"/>
              </a:rPr>
              <a:t>Geplante n</a:t>
            </a:r>
            <a:r>
              <a:rPr lang="ar-SA" sz="2800" b="1">
                <a:solidFill>
                  <a:srgbClr val="313131"/>
                </a:solidFill>
                <a:latin typeface="Arial" panose="020B0604020202020204" pitchFamily="34" charset="0"/>
              </a:rPr>
              <a:t>أ¤</a:t>
            </a:r>
            <a:r>
              <a:rPr lang="de-DE" sz="2800" b="1">
                <a:solidFill>
                  <a:srgbClr val="313131"/>
                </a:solidFill>
                <a:latin typeface="Arial" panose="020B0604020202020204" pitchFamily="34" charset="0"/>
              </a:rPr>
              <a:t>chste Entwicklungsschritte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53757A63-0A67-2B9D-58D1-3FC2403E5FA0}"/>
              </a:ext>
            </a:extLst>
          </p:cNvPr>
          <p:cNvSpPr txBox="1"/>
          <p:nvPr/>
        </p:nvSpPr>
        <p:spPr>
          <a:xfrm>
            <a:off x="914400" y="1574800"/>
            <a:ext cx="10414000" cy="1036181"/>
          </a:xfrm>
          <a:prstGeom prst="rect">
            <a:avLst/>
          </a:prstGeom>
          <a:noFill/>
        </p:spPr>
        <p:txBody>
          <a:bodyPr vert="horz" lIns="101600" tIns="101600" rIns="101600" bIns="101600" rtlCol="0">
            <a:spAutoFit/>
          </a:bodyPr>
          <a:lstStyle/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Manuelle Jobcenter-Pr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أ¼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fung dieser Unterlagen.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Fortgesetzte lokale Entwicklung ohne Keyboard-Ausgabe.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Weitere UI-/Tooling-Verbesserungen und sichere Evidence-Dokumentation nach Pr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أ¼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fung.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2D5C6D4-31B4-AD11-6A1B-AA753EA968A9}"/>
              </a:ext>
            </a:extLst>
          </p:cNvPr>
          <p:cNvSpPr txBox="1"/>
          <p:nvPr/>
        </p:nvSpPr>
        <p:spPr>
          <a:xfrm>
            <a:off x="533400" y="6426200"/>
            <a:ext cx="110744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737373"/>
                </a:solidFill>
                <a:latin typeface="Arial" panose="020B0604020202020204" pitchFamily="34" charset="0"/>
              </a:rPr>
              <a:t>LOCAL ONLY - JOBCENTER ONLY - NO PUSH / NO DEPLOY / NO VERCEL / NO PAYMENT</a:t>
            </a:r>
            <a:endParaRPr lang="de-DE" sz="900">
              <a:solidFill>
                <a:srgbClr val="737373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0331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C63E34A6-601B-60FF-F9C3-A47AE9AA409D}"/>
              </a:ext>
            </a:extLst>
          </p:cNvPr>
          <p:cNvSpPr txBox="1"/>
          <p:nvPr/>
        </p:nvSpPr>
        <p:spPr>
          <a:xfrm>
            <a:off x="533400" y="431800"/>
            <a:ext cx="110744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de-DE" sz="2800" b="1">
                <a:solidFill>
                  <a:srgbClr val="313131"/>
                </a:solidFill>
                <a:latin typeface="Arial" panose="020B0604020202020204" pitchFamily="34" charset="0"/>
              </a:rPr>
              <a:t>Lokaler Nachweisstand / Evidence Pack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E243226B-0E33-7C89-2D77-68F984186E70}"/>
              </a:ext>
            </a:extLst>
          </p:cNvPr>
          <p:cNvSpPr txBox="1"/>
          <p:nvPr/>
        </p:nvSpPr>
        <p:spPr>
          <a:xfrm>
            <a:off x="914400" y="1574800"/>
            <a:ext cx="10414000" cy="1036181"/>
          </a:xfrm>
          <a:prstGeom prst="rect">
            <a:avLst/>
          </a:prstGeom>
          <a:noFill/>
        </p:spPr>
        <p:txBody>
          <a:bodyPr vert="horz" lIns="101600" tIns="101600" rIns="101600" bIns="101600" rtlCol="0">
            <a:spAutoFit/>
          </a:bodyPr>
          <a:lstStyle/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Businessplan-PDF und PowerPoint-Pr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أ¤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sentation.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Send-Ready-Index, Anlagen-Checkliste und lokale QA-Statusdateien.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Nachweise bleiben lokal und enthalten keinen 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أ¶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ffentlichen Projektlink.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E71A49D-4263-53CB-C854-9FDC8F5B526C}"/>
              </a:ext>
            </a:extLst>
          </p:cNvPr>
          <p:cNvSpPr txBox="1"/>
          <p:nvPr/>
        </p:nvSpPr>
        <p:spPr>
          <a:xfrm>
            <a:off x="533400" y="6426200"/>
            <a:ext cx="110744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737373"/>
                </a:solidFill>
                <a:latin typeface="Arial" panose="020B0604020202020204" pitchFamily="34" charset="0"/>
              </a:rPr>
              <a:t>LOCAL ONLY - JOBCENTER ONLY - NO PUSH / NO DEPLOY / NO VERCEL / NO PAYMENT</a:t>
            </a:r>
            <a:endParaRPr lang="de-DE" sz="900">
              <a:solidFill>
                <a:srgbClr val="737373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3741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3B2EB640-E73B-98A4-4A12-2C4E5A2A1404}"/>
              </a:ext>
            </a:extLst>
          </p:cNvPr>
          <p:cNvSpPr txBox="1"/>
          <p:nvPr/>
        </p:nvSpPr>
        <p:spPr>
          <a:xfrm>
            <a:off x="533400" y="431800"/>
            <a:ext cx="110744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de-DE" sz="2800" b="1">
                <a:solidFill>
                  <a:srgbClr val="313131"/>
                </a:solidFill>
                <a:latin typeface="Arial" panose="020B0604020202020204" pitchFamily="34" charset="0"/>
              </a:rPr>
              <a:t>Risiken und klare Abgrenzung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A250A94-A8F4-6F5B-7F75-9821DF03D95D}"/>
              </a:ext>
            </a:extLst>
          </p:cNvPr>
          <p:cNvSpPr txBox="1"/>
          <p:nvPr/>
        </p:nvSpPr>
        <p:spPr>
          <a:xfrm>
            <a:off x="914400" y="1574800"/>
            <a:ext cx="10414000" cy="1036181"/>
          </a:xfrm>
          <a:prstGeom prst="rect">
            <a:avLst/>
          </a:prstGeom>
          <a:noFill/>
        </p:spPr>
        <p:txBody>
          <a:bodyPr vert="horz" lIns="101600" tIns="101600" rIns="101600" bIns="101600" rtlCol="0">
            <a:spAutoFit/>
          </a:bodyPr>
          <a:lstStyle/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Kein 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أ¶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ffentlicher Release, kein Payment, kein Deploy, kein Vercel.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Keine Keyboard-native Ausgabe und kein Keyboard Transfer.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Nicht f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أ¼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r produktiven Einsatz freigegeben.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981B630-E58E-B33C-6114-67D0D6612BF4}"/>
              </a:ext>
            </a:extLst>
          </p:cNvPr>
          <p:cNvSpPr txBox="1"/>
          <p:nvPr/>
        </p:nvSpPr>
        <p:spPr>
          <a:xfrm>
            <a:off x="533400" y="6426200"/>
            <a:ext cx="110744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737373"/>
                </a:solidFill>
                <a:latin typeface="Arial" panose="020B0604020202020204" pitchFamily="34" charset="0"/>
              </a:rPr>
              <a:t>LOCAL ONLY - JOBCENTER ONLY - NO PUSH / NO DEPLOY / NO VERCEL / NO PAYMENT</a:t>
            </a:r>
            <a:endParaRPr lang="de-DE" sz="900">
              <a:solidFill>
                <a:srgbClr val="737373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22361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2322353B-29A8-D513-4E53-F54D43BE0262}"/>
              </a:ext>
            </a:extLst>
          </p:cNvPr>
          <p:cNvSpPr txBox="1"/>
          <p:nvPr/>
        </p:nvSpPr>
        <p:spPr>
          <a:xfrm>
            <a:off x="533400" y="431800"/>
            <a:ext cx="110744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de-DE" sz="2800" b="1">
                <a:solidFill>
                  <a:srgbClr val="313131"/>
                </a:solidFill>
                <a:latin typeface="Arial" panose="020B0604020202020204" pitchFamily="34" charset="0"/>
              </a:rPr>
              <a:t>Projekt-Monitor: wird nach Freigabe nachgereicht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9ED4BF2-D130-28A2-CBA3-012A30339F51}"/>
              </a:ext>
            </a:extLst>
          </p:cNvPr>
          <p:cNvSpPr txBox="1"/>
          <p:nvPr/>
        </p:nvSpPr>
        <p:spPr>
          <a:xfrm>
            <a:off x="914400" y="1574800"/>
            <a:ext cx="10414000" cy="1036181"/>
          </a:xfrm>
          <a:prstGeom prst="rect">
            <a:avLst/>
          </a:prstGeom>
          <a:noFill/>
        </p:spPr>
        <p:txBody>
          <a:bodyPr vert="horz" lIns="101600" tIns="101600" rIns="101600" bIns="101600" rtlCol="0">
            <a:spAutoFit/>
          </a:bodyPr>
          <a:lstStyle/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Der Projekt-Monitor ist f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أ¼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r eine sp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أ¤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tere Freigabe vorgesehen.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Er wird nach ausdr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أ¼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cklicher Upload-/Deploy-Freigabe nachgereicht.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Derzeit ist kein 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أ¶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ffentlicher Projektlink aktiv.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54FF61D-D5C6-96F9-AFEC-7360EC9E8E54}"/>
              </a:ext>
            </a:extLst>
          </p:cNvPr>
          <p:cNvSpPr txBox="1"/>
          <p:nvPr/>
        </p:nvSpPr>
        <p:spPr>
          <a:xfrm>
            <a:off x="533400" y="6426200"/>
            <a:ext cx="110744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737373"/>
                </a:solidFill>
                <a:latin typeface="Arial" panose="020B0604020202020204" pitchFamily="34" charset="0"/>
              </a:rPr>
              <a:t>LOCAL ONLY - JOBCENTER ONLY - NO PUSH / NO DEPLOY / NO VERCEL / NO PAYMENT</a:t>
            </a:r>
            <a:endParaRPr lang="de-DE" sz="900">
              <a:solidFill>
                <a:srgbClr val="737373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2522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BF3BD985-3977-B839-CD5D-FB1A8EAF7A74}"/>
              </a:ext>
            </a:extLst>
          </p:cNvPr>
          <p:cNvSpPr txBox="1"/>
          <p:nvPr/>
        </p:nvSpPr>
        <p:spPr>
          <a:xfrm>
            <a:off x="533400" y="431800"/>
            <a:ext cx="110744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de-DE" sz="2800" b="1">
                <a:solidFill>
                  <a:srgbClr val="313131"/>
                </a:solidFill>
                <a:latin typeface="Arial" panose="020B0604020202020204" pitchFamily="34" charset="0"/>
              </a:rPr>
              <a:t>Zusammenfassung / Gespr</a:t>
            </a:r>
            <a:r>
              <a:rPr lang="ar-SA" sz="2800" b="1">
                <a:solidFill>
                  <a:srgbClr val="313131"/>
                </a:solidFill>
                <a:latin typeface="Arial" panose="020B0604020202020204" pitchFamily="34" charset="0"/>
              </a:rPr>
              <a:t>أ¤</a:t>
            </a:r>
            <a:r>
              <a:rPr lang="de-DE" sz="2800" b="1">
                <a:solidFill>
                  <a:srgbClr val="313131"/>
                </a:solidFill>
                <a:latin typeface="Arial" panose="020B0604020202020204" pitchFamily="34" charset="0"/>
              </a:rPr>
              <a:t>chswunsch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975958C-F239-74F7-6204-BA9E1D68B8C5}"/>
              </a:ext>
            </a:extLst>
          </p:cNvPr>
          <p:cNvSpPr txBox="1"/>
          <p:nvPr/>
        </p:nvSpPr>
        <p:spPr>
          <a:xfrm>
            <a:off x="914400" y="1574800"/>
            <a:ext cx="10414000" cy="1036181"/>
          </a:xfrm>
          <a:prstGeom prst="rect">
            <a:avLst/>
          </a:prstGeom>
          <a:noFill/>
        </p:spPr>
        <p:txBody>
          <a:bodyPr vert="horz" lIns="101600" tIns="101600" rIns="101600" bIns="101600" rtlCol="0">
            <a:spAutoFit/>
          </a:bodyPr>
          <a:lstStyle/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UAOS ist als lokales Entwicklungsprojekt mit klaren Grenzen dokumentiert.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Der Bedarf an geeigneten Arbeitsmitteln ist nachvollziehbar begr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أ¼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ndet.</a:t>
            </a:r>
          </a:p>
          <a:p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• Gew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أ¼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nscht ist ein Gespr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أ¤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ch zur Pr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أ¼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fung der n</a:t>
            </a:r>
            <a:r>
              <a:rPr lang="ar-SA">
                <a:solidFill>
                  <a:srgbClr val="333333"/>
                </a:solidFill>
                <a:latin typeface="Arial" panose="020B0604020202020204" pitchFamily="34" charset="0"/>
              </a:rPr>
              <a:t>أ¤</a:t>
            </a:r>
            <a:r>
              <a:rPr lang="de-DE">
                <a:solidFill>
                  <a:srgbClr val="333333"/>
                </a:solidFill>
                <a:latin typeface="Arial" panose="020B0604020202020204" pitchFamily="34" charset="0"/>
              </a:rPr>
              <a:t>chsten lokalen Entwicklungsschritte.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EFA923D-9E9E-0964-B88E-5523C954C829}"/>
              </a:ext>
            </a:extLst>
          </p:cNvPr>
          <p:cNvSpPr txBox="1"/>
          <p:nvPr/>
        </p:nvSpPr>
        <p:spPr>
          <a:xfrm>
            <a:off x="533400" y="6426200"/>
            <a:ext cx="110744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737373"/>
                </a:solidFill>
                <a:latin typeface="Arial" panose="020B0604020202020204" pitchFamily="34" charset="0"/>
              </a:rPr>
              <a:t>LOCAL ONLY - JOBCENTER ONLY - NO PUSH / NO DEPLOY / NO VERCEL / NO PAYMENT</a:t>
            </a:r>
            <a:endParaRPr lang="de-DE" sz="900">
              <a:solidFill>
                <a:srgbClr val="737373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84299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571</Words>
  <Application>Microsoft Office PowerPoint</Application>
  <PresentationFormat>Benutzerdefiniert</PresentationFormat>
  <Paragraphs>50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sari m</dc:creator>
  <cp:lastModifiedBy>sari m</cp:lastModifiedBy>
  <cp:revision>1</cp:revision>
  <dcterms:created xsi:type="dcterms:W3CDTF">2026-07-01T07:27:20Z</dcterms:created>
  <dcterms:modified xsi:type="dcterms:W3CDTF">2026-07-01T07:27:20Z</dcterms:modified>
</cp:coreProperties>
</file>