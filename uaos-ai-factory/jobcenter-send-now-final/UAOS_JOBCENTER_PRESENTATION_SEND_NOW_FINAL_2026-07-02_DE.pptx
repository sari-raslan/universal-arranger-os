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9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UAOS / AE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Businessplan Send Now Final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Prototype / Vorbereitung Selbstst?ndigkeit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Anfangsumsatz: 0 EUR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9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Projektmonitor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Der aktuelle Projektstand kann erg?nzend ?ber den ?ffentlichen Projektmonitor eingesehen werden: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https://sari-raslan-universal-arranger-os-design-ojct-2xne8d3mf.vercel.app/jobcenter/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9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Startup Budget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10789920" cy="2752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39319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>
                    <a:solidFill>
                      <a:srgbClr val="4294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Min. EUR</a:t>
                      </a:r>
                    </a:p>
                  </a:txBody>
                  <a:tcPr>
                    <a:solidFill>
                      <a:srgbClr val="4294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Max. EUR</a:t>
                      </a:r>
                    </a:p>
                  </a:txBody>
                  <a:tcPr>
                    <a:solidFill>
                      <a:srgbClr val="4294C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Laptop / Workstation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1,500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2,500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External monitor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Keyboard / mouse / storage / accessories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Software / development reserve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600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Documentation / presentation / admin reserve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250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Total support request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2,200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3,950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9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Monthly Costs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10789920" cy="2404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40081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>
                    <a:solidFill>
                      <a:srgbClr val="4294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Min. EUR</a:t>
                      </a:r>
                    </a:p>
                  </a:txBody>
                  <a:tcPr>
                    <a:solidFill>
                      <a:srgbClr val="4294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Max. EUR</a:t>
                      </a:r>
                    </a:p>
                  </a:txBody>
                  <a:tcPr>
                    <a:solidFill>
                      <a:srgbClr val="4294CB"/>
                    </a:solidFill>
                  </a:tcPr>
                </a:tc>
              </a:tr>
              <a:tr h="40081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Software / services reserve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  <a:tr h="40081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Internet / electricity proportion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  <a:tr h="40081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Backup / storage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  <a:tr h="40081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Accounting / admin reserve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  <a:tr h="40081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Total monthly costs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210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9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Eigenleistung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450-750 hours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Internal valuation: 25-45 EUR/hour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Approximate internal value: 11,250-33,750 EUR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Not an invoice and not income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9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12-Month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Months 1-3: equipment and documentation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Months 4-6: coaching, workflow, cost review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Months 7-9: validation and risk reduction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Months 10-12: viability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9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Support Needed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Technical equipment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Operating foundation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Backup and software reserve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Consulting/coaching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Start phase support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9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Safety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No payment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No keyboard output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No proprietary sample copying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No commercial full launch yet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9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Target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Musicians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Producers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Small studios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Music educators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Digital creative workers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9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Risk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Conservative non-binding projection only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Documented local status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Clear review path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No guaranteed income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9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Jobcenter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Startup support: 2,200-3,950 EUR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Monthly costs: 75-210 EUR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Support is needed to make the Selbstst?ndigkeit technically and economically viable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9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Active prepared project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Ready for Jobcenter review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Support needed before viability can be tested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