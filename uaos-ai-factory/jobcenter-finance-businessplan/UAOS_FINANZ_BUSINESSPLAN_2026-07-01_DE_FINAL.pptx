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69051-5838-EE23-2048-BA7F84CF2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68E040-DDBD-6133-F562-90F7F6712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594498-500A-A5EE-AD2B-5944F43C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81C82-B509-6321-8747-1CB2978F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015BEC-A3E8-F70F-3848-FB4F0A1A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27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7605C-493F-AA88-C171-76546BE2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BDE813-CB39-29B0-2419-F10B3DB84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74E4F8-DE68-95CF-52F3-63B1BDE6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169AF7-C066-5525-EB1C-FB83B5D0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6D7F03-23A9-3DC1-650D-9540F1BF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33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CA9D8-69DC-7032-D96E-D6D087D2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6035AF-846B-3E5B-E000-99B9B4376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9DB401-7E06-474D-834F-7BE3FC9C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15371F-FAE7-80C6-365F-BE8D4818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9E482-C4D6-3734-C1F0-A475A871E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971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7F877-3181-F210-E0C5-B17DB05C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32DE47-0BCA-578F-502B-CD3EA33E1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7809BE-CEBE-2851-074C-F468C720B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C7CF74-8849-1142-3489-0B32D778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979D66-D9EF-CFCC-B55F-12083693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77A827-746B-E484-BA5D-B0DE1DD3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89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16862-D726-D3E8-8F03-31E3DAC8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227ECE-1DD0-A027-C3AC-890B20D81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1D06ED-637C-E236-5206-A01082EF8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11C5694-9F10-81E7-45E5-FF9A3FBB0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4D5A38-7AB2-39F0-FCA1-0DE262752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EA85C8-3DF5-6E7B-4A01-2C769A16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7015CE9-003F-00BA-001F-B6B4BAD9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ED4EEB5-8AC8-A977-D480-79864E16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28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8C3710-A877-E945-817F-5EDA939E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E506F8-15B7-577F-A1B4-4092F1B8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2F78AC-5560-D81F-9DD8-418167E8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2E3575-1FB3-A8DB-C229-907052D7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9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170D6A-F338-F05B-4182-64E04D5C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A371D4-49CD-FF03-42D4-A2FDE44D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71D000-6B70-419A-E8B3-3982F1A0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570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853A9-BED2-A86F-5B01-D73D950D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782E41-4FDC-2AB3-8F18-630FC156E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9FAAEA-4DCE-3AED-34CA-BCC4462FA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16FB33-3DA7-8013-87A5-0EB7AFF8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F9EBA3-E30C-6245-2138-F9C3E643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5BC1A0-CE0A-35EE-1D28-E65E5433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08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3E9B8-D887-7EE2-8BF1-426E13E2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A2D3967-BC7B-6FDD-8868-9D646B62F8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CC3C36-BDB6-CD55-A464-6DE810F7C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A9AFBC-D5C5-D0A8-04C0-159E424C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2BC7BE-8FB7-2A59-E2FD-AB073BC3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B1CAA7-13AC-C28A-4BDD-029F3C8E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26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7A19D5-B64D-CC64-108A-21EC6D5C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268DC2-6EED-1C9E-69D0-C3592B7C4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8C4DB2-1C7C-84F6-F628-7E597A07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BA0BF4-AFB9-4847-8A28-BA7FB671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8000D0-29E6-58EA-44F3-2489A279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62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1AD5D56-AF97-3028-708C-6436665DE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843716-C93E-5BAC-B421-6AA660F1A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D2BC12-D664-604A-725C-A0CD1EA57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AF74D6-9F58-3D46-F0C9-5C0A2370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4601ED-5771-D827-213B-E12A61C6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522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06E99F0-42FB-D6A3-4244-41977142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09F41F-CB82-BFAE-6798-D089B02D5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1165B2-FC3E-777D-D202-256C1525F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45FA4-1094-43F2-87DF-BD8BAFD8E868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42AEA-37D0-A650-CF73-A45957AC2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16522-500D-37D6-9605-9E1C56699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C1EA5-35B9-494E-A328-021F31600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08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E2B19ED-E87A-F3BC-B631-D0AE136A1B25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C20F796-12CE-B219-0CA7-4E0E55D1C051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E5B77F4-293A-EE6D-05B9-4C68E7E6C1B3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UAOS Finanz-Businessplan FINAL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BA62978-1B8A-6DD0-23BD-4FF1B847C353}"/>
              </a:ext>
            </a:extLst>
          </p:cNvPr>
          <p:cNvSpPr txBox="1"/>
          <p:nvPr/>
        </p:nvSpPr>
        <p:spPr>
          <a:xfrm>
            <a:off x="914400" y="1600200"/>
            <a:ext cx="103632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Jobcenter-Unterlage vom 01.07.2026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Antragsteller: Sarey Raslan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Konservative Finanzplanung in Entwicklungsphase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2D0E25-C323-8F00-21E7-5DAD69707AA2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6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60FB00F-8C8C-D194-6F40-63689AFF7C1C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EB5B1FD-BD33-983D-355E-6F07A6019B29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24B6B9-283A-7A7C-3090-0F7AD2BC87CC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Live Monitor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4D34746-104E-0B26-B3FC-B1EA80A5A81C}"/>
              </a:ext>
            </a:extLst>
          </p:cNvPr>
          <p:cNvSpPr txBox="1"/>
          <p:nvPr/>
        </p:nvSpPr>
        <p:spPr>
          <a:xfrm>
            <a:off x="914400" y="1600200"/>
            <a:ext cx="103632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https://sari-raslan.github.io/universal-arranger-os/monitor/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Öffentlicher Statusnachweis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 Payment und keine Keyboard-Ausgabe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0D53B4B-319F-6C7C-EDB9-86788F70CB2B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6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DD0DFAA-5A48-826F-B392-79FF9B51B411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4CC3CE-8235-61A0-4F8A-D007F5CEB12E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B60110-180A-245F-7E27-7BE1DDA412A6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Finanzstatus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18D8393-F82F-68F2-9EC5-3EB4E72F068F}"/>
              </a:ext>
            </a:extLst>
          </p:cNvPr>
          <p:cNvSpPr txBox="1"/>
          <p:nvPr/>
        </p:nvSpPr>
        <p:spPr>
          <a:xfrm>
            <a:off x="914400" y="1600200"/>
            <a:ext cx="103632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Anfangsumsatz: 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Einkommensgarantie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Spätere Pilot-/Serviceeinnahmen nur unverbindliche Möglichkeit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1D1F517-B637-A724-3648-309C6D627998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64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3E4A5DE-FD40-D3CE-5000-B5A1354116BD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621F567-27DC-5568-D2E6-2D06E7B98275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4A0159A-0EF0-ADDD-1ADC-8A42AA11BE98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Startup-Budget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A5F8585-CDC0-42DC-B542-20BF4E205136}"/>
              </a:ext>
            </a:extLst>
          </p:cNvPr>
          <p:cNvSpPr txBox="1"/>
          <p:nvPr/>
        </p:nvSpPr>
        <p:spPr>
          <a:xfrm>
            <a:off x="914400" y="1600200"/>
            <a:ext cx="103632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Laptop / Workstation: 1.500-2.500 €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External monitor: 150-300 €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Keyboard / mouse / storage / accessories: 150-300 €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Software / development reserve: 300-600 €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Documentation / presentation / admin reserve: 100-250 €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Total recommended support: 2.200-3.950 €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BF6A17C-DFA1-76EC-6622-B26A2B919684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82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6F3CC0B-D0B3-8672-1C95-253BC30FFACF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C5C8039-4D48-D018-FD32-181CFF385C11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0FD79C7-E3A1-B5A2-BDEC-33605BC118EF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Monatlicher Kostenplan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D385B44-3228-4786-DD37-670F95F1B2B4}"/>
              </a:ext>
            </a:extLst>
          </p:cNvPr>
          <p:cNvSpPr txBox="1"/>
          <p:nvPr/>
        </p:nvSpPr>
        <p:spPr>
          <a:xfrm>
            <a:off x="914400" y="1600200"/>
            <a:ext cx="103632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33333"/>
                </a:solidFill>
                <a:latin typeface="Arial" panose="020B0604020202020204" pitchFamily="34" charset="0"/>
              </a:rPr>
              <a:t>• software/services reserve: 30-80 €</a:t>
            </a:r>
          </a:p>
          <a:p>
            <a:r>
              <a:rPr lang="en-US">
                <a:solidFill>
                  <a:srgbClr val="333333"/>
                </a:solidFill>
                <a:latin typeface="Arial" panose="020B0604020202020204" pitchFamily="34" charset="0"/>
              </a:rPr>
              <a:t>• internet/electricity proportion: 20-50 €</a:t>
            </a:r>
          </a:p>
          <a:p>
            <a:r>
              <a:rPr lang="en-US">
                <a:solidFill>
                  <a:srgbClr val="333333"/>
                </a:solidFill>
                <a:latin typeface="Arial" panose="020B0604020202020204" pitchFamily="34" charset="0"/>
              </a:rPr>
              <a:t>• backup/storage: 5-20 €</a:t>
            </a:r>
          </a:p>
          <a:p>
            <a:r>
              <a:rPr lang="en-US">
                <a:solidFill>
                  <a:srgbClr val="333333"/>
                </a:solidFill>
                <a:latin typeface="Arial" panose="020B0604020202020204" pitchFamily="34" charset="0"/>
              </a:rPr>
              <a:t>• accounting/admin reserve: 20-60 €</a:t>
            </a:r>
          </a:p>
          <a:p>
            <a:r>
              <a:rPr lang="en-US">
                <a:solidFill>
                  <a:srgbClr val="333333"/>
                </a:solidFill>
                <a:latin typeface="Arial" panose="020B0604020202020204" pitchFamily="34" charset="0"/>
              </a:rPr>
              <a:t>• total monthly planning: 75-210 €</a:t>
            </a:r>
            <a:endParaRPr lang="de-DE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A99461-3507-7485-9A52-949DFEFBA0E5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55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2FD8E0A-9D2E-0757-8D9D-BEFF0A562724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B69C841-C72B-B635-7213-2C76D9960632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37A02A5-D984-41D1-DF1E-C08807E75C3A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12-Monats-Roadmap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D27B77-4B87-F70A-0558-F57C8F5F14C4}"/>
              </a:ext>
            </a:extLst>
          </p:cNvPr>
          <p:cNvSpPr txBox="1"/>
          <p:nvPr/>
        </p:nvSpPr>
        <p:spPr>
          <a:xfrm>
            <a:off x="914400" y="1600200"/>
            <a:ext cx="103632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Q1: Hardware + stabile lokale Entwicklung + Evidence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Q2: UI/tooling + Monitor + Dokumentation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Q3: Library Factory + Oriental Strings Planung + Pilot-Demos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Q4: Validierung + sichere Produktrichtung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6E6890-ADB4-7C09-29CB-D08225B8C3E9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488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5B049C6-7961-D342-125B-DE7871B7EA01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B85F24C-29AE-DD94-A55C-FA8013807872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5047BFC-E99A-882F-4B89-4516CBF46DF6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Eigenleistung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B9522A8-B36C-EC5C-D803-DCBB806747BB}"/>
              </a:ext>
            </a:extLst>
          </p:cNvPr>
          <p:cNvSpPr txBox="1"/>
          <p:nvPr/>
        </p:nvSpPr>
        <p:spPr>
          <a:xfrm>
            <a:off x="914400" y="1600200"/>
            <a:ext cx="103632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450-750 Stunden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Interne Bewertung: 25-45 €/Stunde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Wertkorridor: 11.250-33.750 €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Rechnung und keine Einkommensgarantie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F2682BF-D701-B674-9E20-8381421BF72D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68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B351812-43F1-4DB3-50E6-FF00CFCCC739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0963F59-FDF4-D14E-2709-FBD9ABB8A828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EC8972-095F-EB74-2894-67695914D3EB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Risiken und Grenzen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4B93BF-3518-264E-EA95-4E48737C74A3}"/>
              </a:ext>
            </a:extLst>
          </p:cNvPr>
          <p:cNvSpPr txBox="1"/>
          <p:nvPr/>
        </p:nvSpPr>
        <p:spPr>
          <a:xfrm>
            <a:off x="914400" y="1600200"/>
            <a:ext cx="103632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garantierten Einnahmen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Produktionsreife behauptet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Payment blockiert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Keyboard-Ausgabe und Transfer blockiert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1ADACD3-27C1-31AC-20E5-7D6980335BD8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0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C6AE454-D6C3-456D-64FC-2DD12DA092B4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9AB8F41-6FF0-02F3-F193-94D49BA2F6C9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F7638BD-6B60-2AE7-71EE-E1E649B4497A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Arbeitsmittel-Bitte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72B1B47-6466-6F90-A3AF-668A2623A432}"/>
              </a:ext>
            </a:extLst>
          </p:cNvPr>
          <p:cNvSpPr txBox="1"/>
          <p:nvPr/>
        </p:nvSpPr>
        <p:spPr>
          <a:xfrm>
            <a:off x="914400" y="1600200"/>
            <a:ext cx="103632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Prüfung einer Unterstützung im Rahmen von 2.200-3.950 €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Ziel: stabile lokale Entwicklung, QA, Dokumentation und Nachweise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Jobcenter-only, lokale Unterlage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18E2C1-20A3-71A7-4D14-D37A54D575D2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8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3DE8E65-487C-1DD3-EA3C-A1C7DDE70AFB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8D9078F-83F2-79FA-F4AC-DAAC1280F473}"/>
              </a:ext>
            </a:extLst>
          </p:cNvPr>
          <p:cNvSpPr/>
          <p:nvPr/>
        </p:nvSpPr>
        <p:spPr>
          <a:xfrm>
            <a:off x="0" y="2540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4CA8B1D-5090-1C96-8C47-8E4C89D165AA}"/>
              </a:ext>
            </a:extLst>
          </p:cNvPr>
          <p:cNvSpPr txBox="1"/>
          <p:nvPr/>
        </p:nvSpPr>
        <p:spPr>
          <a:xfrm>
            <a:off x="558800" y="558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Abschluss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3F1C288-85A0-9D21-45E0-DB8DC1BF3EDD}"/>
              </a:ext>
            </a:extLst>
          </p:cNvPr>
          <p:cNvSpPr txBox="1"/>
          <p:nvPr/>
        </p:nvSpPr>
        <p:spPr>
          <a:xfrm>
            <a:off x="914400" y="1600200"/>
            <a:ext cx="103632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Budgetzahlen, Monatskosten, Roadmap und Eigenleistung enthalten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Live Monitor Link enthalten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falschen Claims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8595027-F769-A738-B4A0-B531DB05C61C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87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Benutzerdefiniert</PresentationFormat>
  <Paragraphs>58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 m</dc:creator>
  <cp:lastModifiedBy>sari m</cp:lastModifiedBy>
  <cp:revision>1</cp:revision>
  <dcterms:created xsi:type="dcterms:W3CDTF">2026-07-01T11:23:30Z</dcterms:created>
  <dcterms:modified xsi:type="dcterms:W3CDTF">2026-07-01T11:23:30Z</dcterms:modified>
</cp:coreProperties>
</file>