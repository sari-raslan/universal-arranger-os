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UAOS Finance Pro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Universal Arranger OS / AE Platform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Jobcenter finance-complete pack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Active local prototype, conservative planning, support request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Local prototype verified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Evidence/status pack prepared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Live Monitor active as Proof of Work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Full commercial launch not claimed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Live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https://sari-raslan.github.io/universal-arranger-os/monitor/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Public proof page for status and progress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Reference only, not a sales page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Startup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Laptop / Workstation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External monitor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Keyboard / mouse / storage / accessories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development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Documentation / presentation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support request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3,950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Monthly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40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008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3D84B8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services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Internet / electricity proportion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Backup / storage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Accounting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Total monthly costs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Eigenleistung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450-750 hours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Internal valuation: 25-45 EUR/hour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Approximate internal value: 11,250-33,750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This is not an invoice.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12-Month Conservative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Months 1-3: equipment, documentation, prototype stability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4-6: workflow, review, coaching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7-9: planning depth and validation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10-12: viability review and next decision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Support Needed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Workstation / laptop and monitor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Audio/MIDI basics and backup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Software/cloud reserve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Consulting/coaching and start phase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No public sales flow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guaranteed income claim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fake customers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proprietary content copying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Hardware export path remains blocked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Conservative numbers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Documented local status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Clear blocked areas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Review before expansion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Jobcenter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Support request: 2,200-3,950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Monthly operating plan: 75-210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Purpose: make Selbststaendigkeit technically and economically viable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D8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UAOS is active, serious, and locally verified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is needed before economic viability can be tested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Anfangsumsatz: 0 EUR.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