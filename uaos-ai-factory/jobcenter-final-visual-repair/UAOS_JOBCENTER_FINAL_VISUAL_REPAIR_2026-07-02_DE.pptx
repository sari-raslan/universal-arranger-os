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01  Titelseite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F8FAFC"/>
                </a:solidFill>
                <a:latin typeface="Aptos"/>
              </a:defRPr>
            </a:pPr>
            <a:r>
              <a:t>UAOS / AE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C9D4E5"/>
                </a:solidFill>
                <a:latin typeface="Aptos"/>
              </a:defRPr>
            </a:pPr>
            <a:r>
              <a:t>Businessplan und Projektübersicht zur Vorbereitung der Selbstständigkeit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39696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8BDF8"/>
                </a:solidFill>
                <a:latin typeface="Aptos"/>
              </a:defRPr>
            </a:pPr>
            <a:r>
              <a:t>https://uaos-jobcenter-monitor.vercel.app/jobcenter/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9D4E5"/>
                </a:solidFill>
                <a:latin typeface="Aptos"/>
              </a:defRPr>
            </a:pPr>
            <a:r>
              <a:t>Änderung, Öffnung, Überprüfung und Maßnahme sind sichtbar dokumentiert.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280160"/>
            <a:ext cx="1828800" cy="114300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4081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1719072"/>
            <a:ext cx="14264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Prototyp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280160"/>
            <a:ext cx="1828800" cy="114300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6648" y="14081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Startkosten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648" y="1719072"/>
            <a:ext cx="14264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2.200–3.950 €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1828800" cy="114300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30083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Eigenleistung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319272"/>
            <a:ext cx="14264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450–750 Std.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2880360"/>
            <a:ext cx="1828800" cy="114300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30083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Umsatz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3319272"/>
            <a:ext cx="14264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02  Kurzüberblick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Vier zentrale Nachweise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Aktiver Prototyp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Lokale Projektstruktur und dokumentierter Arbeitsstand liegen vor.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Finanzplanung vorhanden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Startkosten, Betriebskosten und Eigenleistung sind nachvollziehbar aufgeführt.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35224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063240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Öffentlicher Projektmonitor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74136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Der Projektstand kann ergänzend über den Monitor geprüft werden.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35224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3063240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Unterstützung erforderlich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374136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Arbeitsmittel und laufende Grundlage müssen jetzt gesichert werden.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03  Projektbeschreibung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Strukturierte digitale Arranger-Plattform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27632"/>
            <a:ext cx="10744200" cy="109728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55648"/>
            <a:ext cx="10341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Beschreibung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66543"/>
            <a:ext cx="10341864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UAOS / AE Platform ist ein vorbereitetes digitales Gründungsprojekt. Ziel ist eine Plattform, die Arrangement-Planung, Spezifikationslogik, Bibliotheksstruktur und Qualitätssicherung in einem nachvollziehbaren Arbeitsablauf verbindet.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9981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Nutzen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1071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Bessere Struktur für musikalische und digitale Projektarbeit.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7180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09981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Nachweis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41071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Dokumentation, Kostenübersicht und Monitor zeigen den aktuellen Stand.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04  Aktueller Projektstand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Lokaler Prototyp mit Dokumentation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Prototyp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Lokale Projektbasis mit vorbereiteter Struktur.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Dokumentation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Businessplan, Präsentation, Kostenübersicht und Belegliste.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35224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063240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Prüfung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74136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Laufende Qualitätssicherung und öffentlicher Monitor.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05  Öffentlicher Projektmonitor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Einsehbarer Statusnachweis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27632"/>
            <a:ext cx="10744200" cy="109728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55648"/>
            <a:ext cx="10341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Beschreibung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66543"/>
            <a:ext cx="10341864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Der Monitor dokumentiert Projektstand, Finanzierungsbedarf, Eigenleistung, Sicherheitsgrenzen und nächste Schritte. Er ergänzt die Unterlagen als öffentlicher, kompakter Nachweis.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9981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Monitor-Link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1071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https://uaos-jobcenter-monitor.vercel.app/jobcenter/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7180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09981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Zweck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41071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Status und Nachweise kompakt sichtbar machen.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06  Zielgruppen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Mögliche spätere Nutzergruppen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Sänger und Musiker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Strukturierte Vorbereitung von musikalischen Ideen und Arrangements.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Heimstudio / semiprofessionelle Nutzer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Nachvollziehbare Planung für eigene Produktionen.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35224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063240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Professionelle Arrangeure und Produzenten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74136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Geordnete Spezifikations- und Bibliotheksstruktur.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07  Problem und Lösung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Von hohem Aufwand zu klarer Struktur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Arrangement-Erstellung ist oft aufwendig, verstreut und schwer prüfbar.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Eine strukturierte digitale Arranger-Plattform bündelt Planung, Spezifikation, Bibliothek und Qualitätssicherung.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08  Leistungsumfang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Sichere aktuelle und geplante Fähigkeiten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859536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9656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Arrangement-Planung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980944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Geordnete Vorbereitung und Beschreibung musikalischer Abläufe.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91640"/>
            <a:ext cx="3383280" cy="859536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819656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MIDI-/Spezifikationslogik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130552"/>
            <a:ext cx="2980944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Strukturierte technische Beschreibung ohne Ausgabeversprechen.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91640"/>
            <a:ext cx="3383280" cy="859536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1819656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Bibliotheksstruktur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130552"/>
            <a:ext cx="2980944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Saubere Organisation von Projektbestandteilen.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07208"/>
            <a:ext cx="3383280" cy="859536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Qualitätssicherung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46120"/>
            <a:ext cx="2980944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Prüfbare Zwischenschritte und klare Dokumentation.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807208"/>
            <a:ext cx="3383280" cy="859536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2935224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Projektmonitor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246120"/>
            <a:ext cx="2980944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Öffentliche, kompakte Statusübersicht.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09  Finanzierungsbedarf / Startkosten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Benötigte Startgrundlage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9164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Laptop / Workstation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8048" y="1691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1.500–2.500 €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Externer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21945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150–300 €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9748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Tastatur / Maus / Speicher / Zubehör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26974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150–300 €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0040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Software- / Entwicklungsreserve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32004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300–600 €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0332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Dokumentation / Präsentation / Verwaltung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370332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100–250 €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10789920" cy="457200"/>
          </a:xfrm>
          <a:prstGeom prst="roundRect">
            <a:avLst/>
          </a:prstGeom>
          <a:solidFill>
            <a:srgbClr val="22304A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20624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Aptos"/>
              </a:defRPr>
            </a:pPr>
            <a:r>
              <a:t>Gesamtbedarf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42062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2.200–3.950 €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28032"/>
            <a:ext cx="10789920" cy="71323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956048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Einordnung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266944"/>
            <a:ext cx="1038758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Gesamtbedarf: 2.200–3.950 €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10  Monatliche Betriebskosten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Laufende Grundlage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9164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Software / Dienste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8048" y="1691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30–80 €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Internet / Stromanteil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21945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20–50 €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9748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Backup / Speicher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26974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5–20 €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0040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Buchhaltung / Verwaltung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320040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20–60 €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10789920" cy="457200"/>
          </a:xfrm>
          <a:prstGeom prst="roundRect">
            <a:avLst/>
          </a:prstGeom>
          <a:solidFill>
            <a:srgbClr val="22304A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0332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Aptos"/>
              </a:defRPr>
            </a:pPr>
            <a:r>
              <a:t>Gesamt monatlich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370332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75–210 €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28032"/>
            <a:ext cx="10789920" cy="71323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956048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Einordnung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266944"/>
            <a:ext cx="1038758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Gesamt monatlich: 75–210 €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11  Eigenleistung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Bereits eingebrachte Arbeit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9164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Eigenleistung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8048" y="169164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450–750 Stunden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789920" cy="457200"/>
          </a:xfrm>
          <a:prstGeom prst="roundRect">
            <a:avLst/>
          </a:prstGeom>
          <a:solidFill>
            <a:srgbClr val="182338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Interne Bewertung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8048" y="21945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25–45 € / Stunde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789920" cy="457200"/>
          </a:xfrm>
          <a:prstGeom prst="roundRect">
            <a:avLst/>
          </a:prstGeom>
          <a:solidFill>
            <a:srgbClr val="22304A"/>
          </a:solidFill>
          <a:ln w="762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97480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Aptos"/>
              </a:defRPr>
            </a:pPr>
            <a:r>
              <a:t>Interner Wert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26974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 b="1">
                <a:solidFill>
                  <a:srgbClr val="FACC15"/>
                </a:solidFill>
                <a:latin typeface="Aptos"/>
              </a:defRPr>
            </a:pPr>
            <a:r>
              <a:t>11.250–33.750 €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28032"/>
            <a:ext cx="10789920" cy="71323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956048"/>
            <a:ext cx="10387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Einordnung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66944"/>
            <a:ext cx="10387584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Interne Planungsgröße, keine Rechnung, kein Umsatz.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12  12-Monats-Plan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Schrittweise Vorbereitung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514600" cy="214884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65376"/>
            <a:ext cx="2112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Monat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176272"/>
            <a:ext cx="211226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Technische Grundlage stabilisieren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2514600" cy="214884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865376"/>
            <a:ext cx="2112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Monat 4–6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176272"/>
            <a:ext cx="211226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Prototyp weiter ausbauen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2514600" cy="214884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65376"/>
            <a:ext cx="2112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Monat 7–9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76272"/>
            <a:ext cx="211226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Testfälle, Dokumentation und Nutzerfeedback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737360"/>
            <a:ext cx="2514600" cy="214884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865376"/>
            <a:ext cx="2112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Monat 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176272"/>
            <a:ext cx="211226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Wirtschaftliche Vorbereitung und erste realistische Verwertung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13  Risiken und Risikoreduzierung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Bewusst konservativ geprüft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Risiken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Technische Umsetzung, fehlende Arbeitsmittel und keine Anfangseinnahmen.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Reduzierung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Dokumentierter Prototyp, konservative Planung, laufende Qualitätssicherung und öffentlicher Monitor.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14  Warum Unterstützung jetzt notwendig 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Arbeitsfähigkeit und Betrieb sichern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27632"/>
            <a:ext cx="10744200" cy="109728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55648"/>
            <a:ext cx="10341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Beschreibung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66543"/>
            <a:ext cx="10341864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8FAFC"/>
                </a:solidFill>
                <a:latin typeface="Aptos"/>
              </a:defRPr>
            </a:pPr>
            <a:r>
              <a:t>Die Unterstützung wird benötigt, um Arbeitsmittel, Dokumentation, Entwicklung, Sicherung und laufende Betriebskosten in der Gründungsphase zuverlässig zu tragen. Ohne diese Grundlage bleiben Prüfung und Umsetzung eingeschränkt.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9981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Ausstattung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1071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Laptop / Workstation, Monitor, Speicher und Zubehör.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7180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09981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Betrieb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41071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Software, Dienste, Backup, Verwaltung und Projektorganisation.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repai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15  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8778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Seriös vorbereitet, Unterstützung jetzt sinnvoll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Projekt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UAOS / AE Platform ist ernsthaft vorbereitet und dokumentiert.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19656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  <a:latin typeface="Aptos"/>
              </a:defRPr>
            </a:pPr>
            <a:r>
              <a:t>Planung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30552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Konservativ, unverbindlich, ohne Anfangsumsatz und ohne Umsatzgarantie.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35224"/>
            <a:ext cx="5166360" cy="98755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063240"/>
            <a:ext cx="4764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Nächster Schritt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74136"/>
            <a:ext cx="4764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Arbeitsgrundlage sichern und die Selbstständigkeit realistisch vorbereiten.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