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UAOS / AE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Businessplan Send Now Final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Prototype / Vorbereitung Selbstst?ndigkeit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Anfangsumsatz: 0 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Projektmonitor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Der aktuelle Projektstand kann erg?nzend ?ber den ?ffentlichen Projektmonitor eingesehen werden: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https://uaos-jobcenter-monitor.vercel.app/jobcenter/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Startup Budget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275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Min. EUR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Max. EUR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Laptop / Workstation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2,500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External monitor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Keyboard / mouse / storage / accessories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Software / development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Documentation / presentation / admin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Total support request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2,200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3,950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Monthly Costs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2404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0081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Min. EUR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Max. EUR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Software / services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Internet / electricity proportion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Backup / storage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Accounting / admin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Total monthly costs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Eigenleistung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450-750 hours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Internal valuation: 25-45 EUR/hour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Approximate internal value: 11,250-33,750 EUR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Not an invoice and not income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12-Month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Months 1-3: equipment and documentation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Months 4-6: coaching, workflow, cost review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Months 7-9: validation and risk reduction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Months 10-12: viability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Support Needed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Technical equipment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Operating foundation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Backup and software reserve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Consulting/coaching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Start phase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Safety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No payment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keyboard output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proprietary sample copying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commercial full launch yet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Target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Musicians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Producers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Small studios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Music educators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Digital creative workers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Risk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Conservative non-binding projection only</a:t>
            </a:r>
          </a:p>
          <a:p>
            <a:r>
              <a:t>Documented local status</a:t>
            </a:r>
          </a:p>
          <a:p>
            <a:r>
              <a:t>Clear review path</a:t>
            </a:r>
          </a:p>
          <a:p>
            <a:r>
              <a:t>No guaranteed income</a:t>
            </a:r>
          </a:p>
          <a:p>
            <a:r>
              <a:t>No guaranteed revenue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Jobcenter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Startup support: 2,200-3,950 EUR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Monthly costs: 75-210 EUR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Support is needed to make the Selbstst?ndigkeit technically and economically viable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Active prepared project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Ready for Jobcenter review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Support needed before viability can be tested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