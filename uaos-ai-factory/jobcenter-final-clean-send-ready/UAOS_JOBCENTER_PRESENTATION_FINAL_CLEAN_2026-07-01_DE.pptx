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UAOS / AE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Final Clean Jobcenter Pack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personal public links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Finance-complete and ready to send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Prototype / Vorbereitung Selbststaendigkeit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Jobcenter Finance Pro Pack: Ready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Der ?ffentliche Projektmonitor wird nachgereicht.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Startup Budget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275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39319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Min. EUR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Max. EUR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Laptop / Workstation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1,500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External monitor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Keyboard / mouse / storage / accessories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Software / development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Documentation / presentation / admin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Startup support total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2,200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3,950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Monthly Costs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325880"/>
          <a:ext cx="10789920" cy="2404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400812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Min. EUR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Max. EUR</a:t>
                      </a:r>
                    </a:p>
                  </a:txBody>
                  <a:tcPr>
                    <a:solidFill>
                      <a:srgbClr val="4294CB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Software / services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Internet / electricity proportion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Backup / storage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Accounting / admin reserve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  <a:tr h="400812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Monthly costs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FFFFFF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>
                    <a:solidFill>
                      <a:srgbClr val="1F2D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Eigenleistung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450-750 hours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11,250-33,750 EUR internal value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invoice claim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guaranteed revenue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12-Month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Months 1-3: equipment and documentation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Months 4-6: coaching, workflow, cost review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Months 7-9: validation and risk reduction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Months 10-12: viability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Support Needed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Technical equipment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Operating foundation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Backup and software reserve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Consulting/coaching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Start phase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Safety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No proprietary copying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restricted format creation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external hardware release path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guaranteed income claim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Target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Musicians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Producers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Small studios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Music educators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Digital creative workers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Risk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Conservative numbers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Documented local status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Clear review path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No exaggerated claims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Jobcenter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Startup support total: 2,200-3,950 EUR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Monthly costs: 75-210 EUR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Anfangsumsatz: 0 EUR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29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6F8F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6F2"/>
                </a:solidFill>
              </a:defRPr>
            </a:pPr>
            <a:r>
              <a:t>Active prepared project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Ready for Jobcenter review</a:t>
            </a:r>
          </a:p>
          <a:p>
            <a:pPr>
              <a:defRPr sz="2000">
                <a:solidFill>
                  <a:srgbClr val="DCE6F2"/>
                </a:solidFill>
              </a:defRPr>
            </a:pPr>
            <a:r>
              <a:t>Support needed before viability can be tested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